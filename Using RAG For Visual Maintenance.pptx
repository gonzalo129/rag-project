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67" r:id="rId5"/>
    <p:sldId id="263" r:id="rId6"/>
    <p:sldId id="264" r:id="rId7"/>
    <p:sldId id="260" r:id="rId8"/>
    <p:sldId id="261" r:id="rId9"/>
    <p:sldId id="262"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DC6EF9-66B5-4B84-A223-178D070EB43B}" v="81" dt="2025-07-17T21:20:01.9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snapToGrid="0">
      <p:cViewPr>
        <p:scale>
          <a:sx n="84" d="100"/>
          <a:sy n="84" d="100"/>
        </p:scale>
        <p:origin x="1092" y="2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cardo Cazes" userId="3bc3b7a6f38605b0" providerId="LiveId" clId="{60DC6EF9-66B5-4B84-A223-178D070EB43B}"/>
    <pc:docChg chg="undo custSel addSld delSld modSld sldOrd">
      <pc:chgData name="Ricardo Cazes" userId="3bc3b7a6f38605b0" providerId="LiveId" clId="{60DC6EF9-66B5-4B84-A223-178D070EB43B}" dt="2025-07-17T21:20:50.212" v="3366" actId="113"/>
      <pc:docMkLst>
        <pc:docMk/>
      </pc:docMkLst>
      <pc:sldChg chg="addSp delSp modSp del mod">
        <pc:chgData name="Ricardo Cazes" userId="3bc3b7a6f38605b0" providerId="LiveId" clId="{60DC6EF9-66B5-4B84-A223-178D070EB43B}" dt="2025-07-17T21:07:12.381" v="2650" actId="47"/>
        <pc:sldMkLst>
          <pc:docMk/>
          <pc:sldMk cId="1300456139" sldId="259"/>
        </pc:sldMkLst>
        <pc:spChg chg="add del mod">
          <ac:chgData name="Ricardo Cazes" userId="3bc3b7a6f38605b0" providerId="LiveId" clId="{60DC6EF9-66B5-4B84-A223-178D070EB43B}" dt="2025-07-17T21:07:09.271" v="2649" actId="478"/>
          <ac:spMkLst>
            <pc:docMk/>
            <pc:sldMk cId="1300456139" sldId="259"/>
            <ac:spMk id="2" creationId="{0E2C504B-5F3C-5AA1-82BC-21DC852730FD}"/>
          </ac:spMkLst>
        </pc:spChg>
        <pc:spChg chg="add del mod">
          <ac:chgData name="Ricardo Cazes" userId="3bc3b7a6f38605b0" providerId="LiveId" clId="{60DC6EF9-66B5-4B84-A223-178D070EB43B}" dt="2025-07-17T21:05:55.819" v="2580" actId="478"/>
          <ac:spMkLst>
            <pc:docMk/>
            <pc:sldMk cId="1300456139" sldId="259"/>
            <ac:spMk id="3" creationId="{F6990E1E-BA90-B45C-8F44-D25A957E723D}"/>
          </ac:spMkLst>
        </pc:spChg>
        <pc:spChg chg="add mod">
          <ac:chgData name="Ricardo Cazes" userId="3bc3b7a6f38605b0" providerId="LiveId" clId="{60DC6EF9-66B5-4B84-A223-178D070EB43B}" dt="2025-07-17T21:07:08.271" v="2647" actId="20577"/>
          <ac:spMkLst>
            <pc:docMk/>
            <pc:sldMk cId="1300456139" sldId="259"/>
            <ac:spMk id="4" creationId="{268898BD-5EA2-1068-432A-60B9578390D9}"/>
          </ac:spMkLst>
        </pc:spChg>
        <pc:spChg chg="add mod">
          <ac:chgData name="Ricardo Cazes" userId="3bc3b7a6f38605b0" providerId="LiveId" clId="{60DC6EF9-66B5-4B84-A223-178D070EB43B}" dt="2025-07-17T21:06:28.849" v="2635" actId="14100"/>
          <ac:spMkLst>
            <pc:docMk/>
            <pc:sldMk cId="1300456139" sldId="259"/>
            <ac:spMk id="5" creationId="{48067345-2C84-E867-41A2-1C8FEF93CB52}"/>
          </ac:spMkLst>
        </pc:spChg>
      </pc:sldChg>
      <pc:sldChg chg="modSp mod">
        <pc:chgData name="Ricardo Cazes" userId="3bc3b7a6f38605b0" providerId="LiveId" clId="{60DC6EF9-66B5-4B84-A223-178D070EB43B}" dt="2025-07-17T21:20:50.212" v="3366" actId="113"/>
        <pc:sldMkLst>
          <pc:docMk/>
          <pc:sldMk cId="1537122637" sldId="261"/>
        </pc:sldMkLst>
        <pc:spChg chg="mod">
          <ac:chgData name="Ricardo Cazes" userId="3bc3b7a6f38605b0" providerId="LiveId" clId="{60DC6EF9-66B5-4B84-A223-178D070EB43B}" dt="2025-07-17T20:16:31.941" v="120" actId="255"/>
          <ac:spMkLst>
            <pc:docMk/>
            <pc:sldMk cId="1537122637" sldId="261"/>
            <ac:spMk id="3" creationId="{B2B22C02-B609-DEF5-FC8C-184DAAEF45A0}"/>
          </ac:spMkLst>
        </pc:spChg>
        <pc:spChg chg="mod">
          <ac:chgData name="Ricardo Cazes" userId="3bc3b7a6f38605b0" providerId="LiveId" clId="{60DC6EF9-66B5-4B84-A223-178D070EB43B}" dt="2025-07-17T21:20:50.212" v="3366" actId="113"/>
          <ac:spMkLst>
            <pc:docMk/>
            <pc:sldMk cId="1537122637" sldId="261"/>
            <ac:spMk id="5" creationId="{F954D0F4-8629-232F-F7A4-0C9060C0E494}"/>
          </ac:spMkLst>
        </pc:spChg>
        <pc:spChg chg="mod">
          <ac:chgData name="Ricardo Cazes" userId="3bc3b7a6f38605b0" providerId="LiveId" clId="{60DC6EF9-66B5-4B84-A223-178D070EB43B}" dt="2025-07-17T20:16:44.773" v="122" actId="1076"/>
          <ac:spMkLst>
            <pc:docMk/>
            <pc:sldMk cId="1537122637" sldId="261"/>
            <ac:spMk id="6" creationId="{F2C76C21-82DF-389D-1B4A-DCDFF71F7BA6}"/>
          </ac:spMkLst>
        </pc:spChg>
      </pc:sldChg>
      <pc:sldChg chg="addSp delSp modSp mod">
        <pc:chgData name="Ricardo Cazes" userId="3bc3b7a6f38605b0" providerId="LiveId" clId="{60DC6EF9-66B5-4B84-A223-178D070EB43B}" dt="2025-07-17T20:27:05.225" v="842"/>
        <pc:sldMkLst>
          <pc:docMk/>
          <pc:sldMk cId="3327532644" sldId="262"/>
        </pc:sldMkLst>
        <pc:spChg chg="add mod">
          <ac:chgData name="Ricardo Cazes" userId="3bc3b7a6f38605b0" providerId="LiveId" clId="{60DC6EF9-66B5-4B84-A223-178D070EB43B}" dt="2025-07-17T20:22:01.402" v="329" actId="21"/>
          <ac:spMkLst>
            <pc:docMk/>
            <pc:sldMk cId="3327532644" sldId="262"/>
            <ac:spMk id="2" creationId="{46347181-99FE-39AD-AD37-F93F8CAE0034}"/>
          </ac:spMkLst>
        </pc:spChg>
        <pc:spChg chg="add del mod">
          <ac:chgData name="Ricardo Cazes" userId="3bc3b7a6f38605b0" providerId="LiveId" clId="{60DC6EF9-66B5-4B84-A223-178D070EB43B}" dt="2025-07-17T20:22:01.801" v="331"/>
          <ac:spMkLst>
            <pc:docMk/>
            <pc:sldMk cId="3327532644" sldId="262"/>
            <ac:spMk id="3" creationId="{77407F04-3E97-E4F0-95D2-97804F8661FE}"/>
          </ac:spMkLst>
        </pc:spChg>
        <pc:spChg chg="add mod">
          <ac:chgData name="Ricardo Cazes" userId="3bc3b7a6f38605b0" providerId="LiveId" clId="{60DC6EF9-66B5-4B84-A223-178D070EB43B}" dt="2025-07-17T20:24:13.713" v="673" actId="20577"/>
          <ac:spMkLst>
            <pc:docMk/>
            <pc:sldMk cId="3327532644" sldId="262"/>
            <ac:spMk id="4" creationId="{07247C13-CBC3-C3B3-D2DE-8CA709624612}"/>
          </ac:spMkLst>
        </pc:spChg>
        <pc:spChg chg="add del mod">
          <ac:chgData name="Ricardo Cazes" userId="3bc3b7a6f38605b0" providerId="LiveId" clId="{60DC6EF9-66B5-4B84-A223-178D070EB43B}" dt="2025-07-17T20:26:11.639" v="835"/>
          <ac:spMkLst>
            <pc:docMk/>
            <pc:sldMk cId="3327532644" sldId="262"/>
            <ac:spMk id="5" creationId="{4E4C752D-7538-BA17-D702-2B70834CB136}"/>
          </ac:spMkLst>
        </pc:spChg>
        <pc:spChg chg="add mod">
          <ac:chgData name="Ricardo Cazes" userId="3bc3b7a6f38605b0" providerId="LiveId" clId="{60DC6EF9-66B5-4B84-A223-178D070EB43B}" dt="2025-07-17T20:26:11.027" v="833" actId="255"/>
          <ac:spMkLst>
            <pc:docMk/>
            <pc:sldMk cId="3327532644" sldId="262"/>
            <ac:spMk id="6" creationId="{EDE5FDCC-1BAC-7F86-99E9-7A912E917ADC}"/>
          </ac:spMkLst>
        </pc:spChg>
        <pc:spChg chg="add mod">
          <ac:chgData name="Ricardo Cazes" userId="3bc3b7a6f38605b0" providerId="LiveId" clId="{60DC6EF9-66B5-4B84-A223-178D070EB43B}" dt="2025-07-17T20:27:05.225" v="842"/>
          <ac:spMkLst>
            <pc:docMk/>
            <pc:sldMk cId="3327532644" sldId="262"/>
            <ac:spMk id="7" creationId="{4C66A402-E091-807A-DC62-C59C36959D66}"/>
          </ac:spMkLst>
        </pc:spChg>
      </pc:sldChg>
      <pc:sldChg chg="addSp delSp modSp add mod ord">
        <pc:chgData name="Ricardo Cazes" userId="3bc3b7a6f38605b0" providerId="LiveId" clId="{60DC6EF9-66B5-4B84-A223-178D070EB43B}" dt="2025-07-17T21:07:15.718" v="2651"/>
        <pc:sldMkLst>
          <pc:docMk/>
          <pc:sldMk cId="2616156373" sldId="263"/>
        </pc:sldMkLst>
        <pc:spChg chg="add del mod">
          <ac:chgData name="Ricardo Cazes" userId="3bc3b7a6f38605b0" providerId="LiveId" clId="{60DC6EF9-66B5-4B84-A223-178D070EB43B}" dt="2025-07-17T20:30:57.908" v="874" actId="20577"/>
          <ac:spMkLst>
            <pc:docMk/>
            <pc:sldMk cId="2616156373" sldId="263"/>
            <ac:spMk id="2" creationId="{B898AD26-3CCA-483A-6413-2E937877F7AC}"/>
          </ac:spMkLst>
        </pc:spChg>
        <pc:spChg chg="del mod">
          <ac:chgData name="Ricardo Cazes" userId="3bc3b7a6f38605b0" providerId="LiveId" clId="{60DC6EF9-66B5-4B84-A223-178D070EB43B}" dt="2025-07-17T20:30:52.918" v="858" actId="478"/>
          <ac:spMkLst>
            <pc:docMk/>
            <pc:sldMk cId="2616156373" sldId="263"/>
            <ac:spMk id="4" creationId="{77DCBB8A-6D6D-07E3-7042-4A8D7826A411}"/>
          </ac:spMkLst>
        </pc:spChg>
        <pc:spChg chg="add del mod ord">
          <ac:chgData name="Ricardo Cazes" userId="3bc3b7a6f38605b0" providerId="LiveId" clId="{60DC6EF9-66B5-4B84-A223-178D070EB43B}" dt="2025-07-17T20:40:08.943" v="1220" actId="478"/>
          <ac:spMkLst>
            <pc:docMk/>
            <pc:sldMk cId="2616156373" sldId="263"/>
            <ac:spMk id="5" creationId="{08E38707-7D8F-8578-0FFD-735E2411449A}"/>
          </ac:spMkLst>
        </pc:spChg>
        <pc:spChg chg="del">
          <ac:chgData name="Ricardo Cazes" userId="3bc3b7a6f38605b0" providerId="LiveId" clId="{60DC6EF9-66B5-4B84-A223-178D070EB43B}" dt="2025-07-17T20:30:46.335" v="853" actId="478"/>
          <ac:spMkLst>
            <pc:docMk/>
            <pc:sldMk cId="2616156373" sldId="263"/>
            <ac:spMk id="6" creationId="{333B1EFB-6E6A-C420-584C-C0038B67312B}"/>
          </ac:spMkLst>
        </pc:spChg>
        <pc:spChg chg="mod">
          <ac:chgData name="Ricardo Cazes" userId="3bc3b7a6f38605b0" providerId="LiveId" clId="{60DC6EF9-66B5-4B84-A223-178D070EB43B}" dt="2025-07-17T20:50:13.015" v="1678" actId="20577"/>
          <ac:spMkLst>
            <pc:docMk/>
            <pc:sldMk cId="2616156373" sldId="263"/>
            <ac:spMk id="7" creationId="{DA2E224C-FDAF-5BEB-61FA-AD72360526EE}"/>
          </ac:spMkLst>
        </pc:spChg>
        <pc:spChg chg="add del mod">
          <ac:chgData name="Ricardo Cazes" userId="3bc3b7a6f38605b0" providerId="LiveId" clId="{60DC6EF9-66B5-4B84-A223-178D070EB43B}" dt="2025-07-17T20:32:10.509" v="900" actId="478"/>
          <ac:spMkLst>
            <pc:docMk/>
            <pc:sldMk cId="2616156373" sldId="263"/>
            <ac:spMk id="8" creationId="{6C00CBA9-A878-6153-5A06-F15C5530F78C}"/>
          </ac:spMkLst>
        </pc:spChg>
        <pc:spChg chg="add mod">
          <ac:chgData name="Ricardo Cazes" userId="3bc3b7a6f38605b0" providerId="LiveId" clId="{60DC6EF9-66B5-4B84-A223-178D070EB43B}" dt="2025-07-17T20:42:00.658" v="1233"/>
          <ac:spMkLst>
            <pc:docMk/>
            <pc:sldMk cId="2616156373" sldId="263"/>
            <ac:spMk id="9" creationId="{B553A048-ED72-AED4-07D6-E8015D40211F}"/>
          </ac:spMkLst>
        </pc:spChg>
        <pc:spChg chg="add mod">
          <ac:chgData name="Ricardo Cazes" userId="3bc3b7a6f38605b0" providerId="LiveId" clId="{60DC6EF9-66B5-4B84-A223-178D070EB43B}" dt="2025-07-17T20:31:43.056" v="889" actId="14100"/>
          <ac:spMkLst>
            <pc:docMk/>
            <pc:sldMk cId="2616156373" sldId="263"/>
            <ac:spMk id="10" creationId="{8698F9FC-1D76-8BB8-4C11-53026B9047E5}"/>
          </ac:spMkLst>
        </pc:spChg>
        <pc:spChg chg="add mod">
          <ac:chgData name="Ricardo Cazes" userId="3bc3b7a6f38605b0" providerId="LiveId" clId="{60DC6EF9-66B5-4B84-A223-178D070EB43B}" dt="2025-07-17T20:42:00.658" v="1233"/>
          <ac:spMkLst>
            <pc:docMk/>
            <pc:sldMk cId="2616156373" sldId="263"/>
            <ac:spMk id="11" creationId="{7AD7D1D9-BE40-DF6C-42EA-05C330326F3B}"/>
          </ac:spMkLst>
        </pc:spChg>
        <pc:spChg chg="add mod">
          <ac:chgData name="Ricardo Cazes" userId="3bc3b7a6f38605b0" providerId="LiveId" clId="{60DC6EF9-66B5-4B84-A223-178D070EB43B}" dt="2025-07-17T20:42:00.658" v="1233"/>
          <ac:spMkLst>
            <pc:docMk/>
            <pc:sldMk cId="2616156373" sldId="263"/>
            <ac:spMk id="12" creationId="{146CDB97-8A3B-0E0D-1460-6B39DDE462A0}"/>
          </ac:spMkLst>
        </pc:spChg>
        <pc:spChg chg="add mod ord">
          <ac:chgData name="Ricardo Cazes" userId="3bc3b7a6f38605b0" providerId="LiveId" clId="{60DC6EF9-66B5-4B84-A223-178D070EB43B}" dt="2025-07-17T20:42:00.658" v="1233"/>
          <ac:spMkLst>
            <pc:docMk/>
            <pc:sldMk cId="2616156373" sldId="263"/>
            <ac:spMk id="13" creationId="{3FC45465-865D-9058-C4BC-9395DC333D3E}"/>
          </ac:spMkLst>
        </pc:spChg>
        <pc:spChg chg="add del mod">
          <ac:chgData name="Ricardo Cazes" userId="3bc3b7a6f38605b0" providerId="LiveId" clId="{60DC6EF9-66B5-4B84-A223-178D070EB43B}" dt="2025-07-17T20:32:10.510" v="902"/>
          <ac:spMkLst>
            <pc:docMk/>
            <pc:sldMk cId="2616156373" sldId="263"/>
            <ac:spMk id="14" creationId="{7F76700C-B1F3-BCC3-53D0-0DF4D7C6DB10}"/>
          </ac:spMkLst>
        </pc:spChg>
        <pc:spChg chg="add mod">
          <ac:chgData name="Ricardo Cazes" userId="3bc3b7a6f38605b0" providerId="LiveId" clId="{60DC6EF9-66B5-4B84-A223-178D070EB43B}" dt="2025-07-17T20:42:00.658" v="1233"/>
          <ac:spMkLst>
            <pc:docMk/>
            <pc:sldMk cId="2616156373" sldId="263"/>
            <ac:spMk id="15" creationId="{D1743C77-99AC-828F-2FE7-F7687B93FEB2}"/>
          </ac:spMkLst>
        </pc:spChg>
        <pc:spChg chg="add mod ord">
          <ac:chgData name="Ricardo Cazes" userId="3bc3b7a6f38605b0" providerId="LiveId" clId="{60DC6EF9-66B5-4B84-A223-178D070EB43B}" dt="2025-07-17T20:35:53.939" v="1048" actId="207"/>
          <ac:spMkLst>
            <pc:docMk/>
            <pc:sldMk cId="2616156373" sldId="263"/>
            <ac:spMk id="16" creationId="{AFAAD7DC-1DF0-46C0-9612-FB0AD8900A8E}"/>
          </ac:spMkLst>
        </pc:spChg>
        <pc:spChg chg="add mod">
          <ac:chgData name="Ricardo Cazes" userId="3bc3b7a6f38605b0" providerId="LiveId" clId="{60DC6EF9-66B5-4B84-A223-178D070EB43B}" dt="2025-07-17T20:40:13.680" v="1221" actId="164"/>
          <ac:spMkLst>
            <pc:docMk/>
            <pc:sldMk cId="2616156373" sldId="263"/>
            <ac:spMk id="18" creationId="{FD9B8DDC-B645-B18D-DBA8-9A77844D5FAC}"/>
          </ac:spMkLst>
        </pc:spChg>
        <pc:spChg chg="add mod">
          <ac:chgData name="Ricardo Cazes" userId="3bc3b7a6f38605b0" providerId="LiveId" clId="{60DC6EF9-66B5-4B84-A223-178D070EB43B}" dt="2025-07-17T20:42:00.658" v="1233"/>
          <ac:spMkLst>
            <pc:docMk/>
            <pc:sldMk cId="2616156373" sldId="263"/>
            <ac:spMk id="19" creationId="{CB2B8FDF-17CA-8789-84C0-B35397A8AC86}"/>
          </ac:spMkLst>
        </pc:spChg>
        <pc:spChg chg="add mod ord">
          <ac:chgData name="Ricardo Cazes" userId="3bc3b7a6f38605b0" providerId="LiveId" clId="{60DC6EF9-66B5-4B84-A223-178D070EB43B}" dt="2025-07-17T20:42:00.658" v="1233"/>
          <ac:spMkLst>
            <pc:docMk/>
            <pc:sldMk cId="2616156373" sldId="263"/>
            <ac:spMk id="20" creationId="{F94B27B9-7EF5-522C-A463-A5E1B4304684}"/>
          </ac:spMkLst>
        </pc:spChg>
        <pc:spChg chg="add mod">
          <ac:chgData name="Ricardo Cazes" userId="3bc3b7a6f38605b0" providerId="LiveId" clId="{60DC6EF9-66B5-4B84-A223-178D070EB43B}" dt="2025-07-17T20:38:26.641" v="1103" actId="14100"/>
          <ac:spMkLst>
            <pc:docMk/>
            <pc:sldMk cId="2616156373" sldId="263"/>
            <ac:spMk id="21" creationId="{28399172-FA6D-558F-D435-507C82161E7F}"/>
          </ac:spMkLst>
        </pc:spChg>
        <pc:spChg chg="add mod">
          <ac:chgData name="Ricardo Cazes" userId="3bc3b7a6f38605b0" providerId="LiveId" clId="{60DC6EF9-66B5-4B84-A223-178D070EB43B}" dt="2025-07-17T20:40:13.680" v="1221" actId="164"/>
          <ac:spMkLst>
            <pc:docMk/>
            <pc:sldMk cId="2616156373" sldId="263"/>
            <ac:spMk id="32" creationId="{39B5CFCC-CE2E-4B1F-183C-8A1C3FE88A6A}"/>
          </ac:spMkLst>
        </pc:spChg>
        <pc:spChg chg="add mod ord">
          <ac:chgData name="Ricardo Cazes" userId="3bc3b7a6f38605b0" providerId="LiveId" clId="{60DC6EF9-66B5-4B84-A223-178D070EB43B}" dt="2025-07-17T20:40:13.680" v="1221" actId="164"/>
          <ac:spMkLst>
            <pc:docMk/>
            <pc:sldMk cId="2616156373" sldId="263"/>
            <ac:spMk id="33" creationId="{33D792DA-473F-56B3-63DA-B2DE73BBF096}"/>
          </ac:spMkLst>
        </pc:spChg>
        <pc:spChg chg="add mod ord">
          <ac:chgData name="Ricardo Cazes" userId="3bc3b7a6f38605b0" providerId="LiveId" clId="{60DC6EF9-66B5-4B84-A223-178D070EB43B}" dt="2025-07-17T20:40:13.680" v="1221" actId="164"/>
          <ac:spMkLst>
            <pc:docMk/>
            <pc:sldMk cId="2616156373" sldId="263"/>
            <ac:spMk id="34" creationId="{B6C9F4A8-38C8-FAA9-E726-B093BF2C2471}"/>
          </ac:spMkLst>
        </pc:spChg>
        <pc:spChg chg="add mod ord">
          <ac:chgData name="Ricardo Cazes" userId="3bc3b7a6f38605b0" providerId="LiveId" clId="{60DC6EF9-66B5-4B84-A223-178D070EB43B}" dt="2025-07-17T20:42:00.658" v="1233"/>
          <ac:spMkLst>
            <pc:docMk/>
            <pc:sldMk cId="2616156373" sldId="263"/>
            <ac:spMk id="35" creationId="{5F585A09-4826-4923-EF06-9212610851D5}"/>
          </ac:spMkLst>
        </pc:spChg>
        <pc:spChg chg="add mod ord">
          <ac:chgData name="Ricardo Cazes" userId="3bc3b7a6f38605b0" providerId="LiveId" clId="{60DC6EF9-66B5-4B84-A223-178D070EB43B}" dt="2025-07-17T20:42:00.658" v="1233"/>
          <ac:spMkLst>
            <pc:docMk/>
            <pc:sldMk cId="2616156373" sldId="263"/>
            <ac:spMk id="36" creationId="{308512D0-D1DC-9431-4EFF-C1350429F375}"/>
          </ac:spMkLst>
        </pc:spChg>
        <pc:spChg chg="add mod">
          <ac:chgData name="Ricardo Cazes" userId="3bc3b7a6f38605b0" providerId="LiveId" clId="{60DC6EF9-66B5-4B84-A223-178D070EB43B}" dt="2025-07-17T20:40:13.680" v="1221" actId="164"/>
          <ac:spMkLst>
            <pc:docMk/>
            <pc:sldMk cId="2616156373" sldId="263"/>
            <ac:spMk id="37" creationId="{622CDDF9-3726-AC73-34D5-F315080BD9AA}"/>
          </ac:spMkLst>
        </pc:spChg>
        <pc:spChg chg="add mod">
          <ac:chgData name="Ricardo Cazes" userId="3bc3b7a6f38605b0" providerId="LiveId" clId="{60DC6EF9-66B5-4B84-A223-178D070EB43B}" dt="2025-07-17T20:42:00.658" v="1233"/>
          <ac:spMkLst>
            <pc:docMk/>
            <pc:sldMk cId="2616156373" sldId="263"/>
            <ac:spMk id="38" creationId="{2448FADA-F7BC-CD4F-F70C-273F2A79F00C}"/>
          </ac:spMkLst>
        </pc:spChg>
        <pc:spChg chg="add mod">
          <ac:chgData name="Ricardo Cazes" userId="3bc3b7a6f38605b0" providerId="LiveId" clId="{60DC6EF9-66B5-4B84-A223-178D070EB43B}" dt="2025-07-17T20:42:14.772" v="1250" actId="255"/>
          <ac:spMkLst>
            <pc:docMk/>
            <pc:sldMk cId="2616156373" sldId="263"/>
            <ac:spMk id="39" creationId="{C0293884-4F98-3D59-CE14-46A3441C8C49}"/>
          </ac:spMkLst>
        </pc:spChg>
        <pc:spChg chg="add del mod">
          <ac:chgData name="Ricardo Cazes" userId="3bc3b7a6f38605b0" providerId="LiveId" clId="{60DC6EF9-66B5-4B84-A223-178D070EB43B}" dt="2025-07-17T20:45:34.412" v="1516" actId="21"/>
          <ac:spMkLst>
            <pc:docMk/>
            <pc:sldMk cId="2616156373" sldId="263"/>
            <ac:spMk id="43" creationId="{03E586A5-0539-5119-BAC4-71310218C7C0}"/>
          </ac:spMkLst>
        </pc:spChg>
        <pc:spChg chg="add mod">
          <ac:chgData name="Ricardo Cazes" userId="3bc3b7a6f38605b0" providerId="LiveId" clId="{60DC6EF9-66B5-4B84-A223-178D070EB43B}" dt="2025-07-17T20:45:37.782" v="1517"/>
          <ac:spMkLst>
            <pc:docMk/>
            <pc:sldMk cId="2616156373" sldId="263"/>
            <ac:spMk id="44" creationId="{03E586A5-0539-5119-BAC4-71310218C7C0}"/>
          </ac:spMkLst>
        </pc:spChg>
        <pc:spChg chg="add mod">
          <ac:chgData name="Ricardo Cazes" userId="3bc3b7a6f38605b0" providerId="LiveId" clId="{60DC6EF9-66B5-4B84-A223-178D070EB43B}" dt="2025-07-17T21:07:15.718" v="2651"/>
          <ac:spMkLst>
            <pc:docMk/>
            <pc:sldMk cId="2616156373" sldId="263"/>
            <ac:spMk id="45" creationId="{5E10108D-F30B-EB1C-9F45-163F18EFB7D8}"/>
          </ac:spMkLst>
        </pc:spChg>
        <pc:grpChg chg="add mod">
          <ac:chgData name="Ricardo Cazes" userId="3bc3b7a6f38605b0" providerId="LiveId" clId="{60DC6EF9-66B5-4B84-A223-178D070EB43B}" dt="2025-07-17T20:34:50.227" v="975" actId="164"/>
          <ac:grpSpMkLst>
            <pc:docMk/>
            <pc:sldMk cId="2616156373" sldId="263"/>
            <ac:grpSpMk id="17" creationId="{7BF68447-AA07-9141-90A2-2B956DBA458F}"/>
          </ac:grpSpMkLst>
        </pc:grpChg>
        <pc:grpChg chg="add mod ord">
          <ac:chgData name="Ricardo Cazes" userId="3bc3b7a6f38605b0" providerId="LiveId" clId="{60DC6EF9-66B5-4B84-A223-178D070EB43B}" dt="2025-07-17T20:37:22.643" v="1073" actId="167"/>
          <ac:grpSpMkLst>
            <pc:docMk/>
            <pc:sldMk cId="2616156373" sldId="263"/>
            <ac:grpSpMk id="27" creationId="{770599D1-8562-A9D9-6B1B-1EA64D9DF16E}"/>
          </ac:grpSpMkLst>
        </pc:grpChg>
        <pc:grpChg chg="mod">
          <ac:chgData name="Ricardo Cazes" userId="3bc3b7a6f38605b0" providerId="LiveId" clId="{60DC6EF9-66B5-4B84-A223-178D070EB43B}" dt="2025-07-17T20:40:20.597" v="1224" actId="164"/>
          <ac:grpSpMkLst>
            <pc:docMk/>
            <pc:sldMk cId="2616156373" sldId="263"/>
            <ac:grpSpMk id="40" creationId="{EFE587BF-91F4-387F-A300-B6C72DBDA2CB}"/>
          </ac:grpSpMkLst>
        </pc:grpChg>
        <pc:grpChg chg="add mod">
          <ac:chgData name="Ricardo Cazes" userId="3bc3b7a6f38605b0" providerId="LiveId" clId="{60DC6EF9-66B5-4B84-A223-178D070EB43B}" dt="2025-07-17T20:44:42.020" v="1489" actId="14100"/>
          <ac:grpSpMkLst>
            <pc:docMk/>
            <pc:sldMk cId="2616156373" sldId="263"/>
            <ac:grpSpMk id="41" creationId="{B724D1A4-637D-CCE1-4336-FD4C8812658B}"/>
          </ac:grpSpMkLst>
        </pc:grpChg>
        <pc:inkChg chg="add mod">
          <ac:chgData name="Ricardo Cazes" userId="3bc3b7a6f38605b0" providerId="LiveId" clId="{60DC6EF9-66B5-4B84-A223-178D070EB43B}" dt="2025-07-17T20:34:50.227" v="975" actId="164"/>
          <ac:inkMkLst>
            <pc:docMk/>
            <pc:sldMk cId="2616156373" sldId="263"/>
            <ac:inkMk id="22" creationId="{CE94D2E8-D9B0-A6E5-EF69-D283DA78A7F8}"/>
          </ac:inkMkLst>
        </pc:inkChg>
        <pc:inkChg chg="add del">
          <ac:chgData name="Ricardo Cazes" userId="3bc3b7a6f38605b0" providerId="LiveId" clId="{60DC6EF9-66B5-4B84-A223-178D070EB43B}" dt="2025-07-17T20:34:34.600" v="972"/>
          <ac:inkMkLst>
            <pc:docMk/>
            <pc:sldMk cId="2616156373" sldId="263"/>
            <ac:inkMk id="23" creationId="{1A906173-A697-42E6-D368-420FDC3D293E}"/>
          </ac:inkMkLst>
        </pc:inkChg>
        <pc:inkChg chg="add mod">
          <ac:chgData name="Ricardo Cazes" userId="3bc3b7a6f38605b0" providerId="LiveId" clId="{60DC6EF9-66B5-4B84-A223-178D070EB43B}" dt="2025-07-17T20:34:50.227" v="975" actId="164"/>
          <ac:inkMkLst>
            <pc:docMk/>
            <pc:sldMk cId="2616156373" sldId="263"/>
            <ac:inkMk id="24" creationId="{6613A28C-0448-95B7-FD7E-2B70474770C1}"/>
          </ac:inkMkLst>
        </pc:inkChg>
        <pc:inkChg chg="add mod">
          <ac:chgData name="Ricardo Cazes" userId="3bc3b7a6f38605b0" providerId="LiveId" clId="{60DC6EF9-66B5-4B84-A223-178D070EB43B}" dt="2025-07-17T20:34:50.227" v="975" actId="164"/>
          <ac:inkMkLst>
            <pc:docMk/>
            <pc:sldMk cId="2616156373" sldId="263"/>
            <ac:inkMk id="25" creationId="{39AAA117-6EF7-8862-3DF1-8CBD513D5566}"/>
          </ac:inkMkLst>
        </pc:inkChg>
        <pc:inkChg chg="add mod">
          <ac:chgData name="Ricardo Cazes" userId="3bc3b7a6f38605b0" providerId="LiveId" clId="{60DC6EF9-66B5-4B84-A223-178D070EB43B}" dt="2025-07-17T20:34:50.227" v="975" actId="164"/>
          <ac:inkMkLst>
            <pc:docMk/>
            <pc:sldMk cId="2616156373" sldId="263"/>
            <ac:inkMk id="26" creationId="{B69122B3-FF8B-24E1-B943-F18371E8F237}"/>
          </ac:inkMkLst>
        </pc:inkChg>
        <pc:inkChg chg="add">
          <ac:chgData name="Ricardo Cazes" userId="3bc3b7a6f38605b0" providerId="LiveId" clId="{60DC6EF9-66B5-4B84-A223-178D070EB43B}" dt="2025-07-17T20:34:59.807" v="976" actId="9405"/>
          <ac:inkMkLst>
            <pc:docMk/>
            <pc:sldMk cId="2616156373" sldId="263"/>
            <ac:inkMk id="28" creationId="{E0DD1F0D-DFD1-178E-961A-2923E22AF86D}"/>
          </ac:inkMkLst>
        </pc:inkChg>
        <pc:inkChg chg="add ord">
          <ac:chgData name="Ricardo Cazes" userId="3bc3b7a6f38605b0" providerId="LiveId" clId="{60DC6EF9-66B5-4B84-A223-178D070EB43B}" dt="2025-07-17T20:37:35.584" v="1076" actId="167"/>
          <ac:inkMkLst>
            <pc:docMk/>
            <pc:sldMk cId="2616156373" sldId="263"/>
            <ac:inkMk id="29" creationId="{30317C12-E125-8EB5-0248-E25850855F35}"/>
          </ac:inkMkLst>
        </pc:inkChg>
        <pc:inkChg chg="add ord">
          <ac:chgData name="Ricardo Cazes" userId="3bc3b7a6f38605b0" providerId="LiveId" clId="{60DC6EF9-66B5-4B84-A223-178D070EB43B}" dt="2025-07-17T20:37:30.790" v="1075" actId="167"/>
          <ac:inkMkLst>
            <pc:docMk/>
            <pc:sldMk cId="2616156373" sldId="263"/>
            <ac:inkMk id="30" creationId="{E3AEBD59-E45A-B856-5DBB-FEB39475AB89}"/>
          </ac:inkMkLst>
        </pc:inkChg>
        <pc:inkChg chg="add ord">
          <ac:chgData name="Ricardo Cazes" userId="3bc3b7a6f38605b0" providerId="LiveId" clId="{60DC6EF9-66B5-4B84-A223-178D070EB43B}" dt="2025-07-17T20:37:39.510" v="1077" actId="167"/>
          <ac:inkMkLst>
            <pc:docMk/>
            <pc:sldMk cId="2616156373" sldId="263"/>
            <ac:inkMk id="31" creationId="{D9D54907-C4C2-25E5-155D-117D6E2CE758}"/>
          </ac:inkMkLst>
        </pc:inkChg>
      </pc:sldChg>
      <pc:sldChg chg="addSp delSp modSp add mod ord">
        <pc:chgData name="Ricardo Cazes" userId="3bc3b7a6f38605b0" providerId="LiveId" clId="{60DC6EF9-66B5-4B84-A223-178D070EB43B}" dt="2025-07-17T21:19:25.879" v="3316"/>
        <pc:sldMkLst>
          <pc:docMk/>
          <pc:sldMk cId="86471599" sldId="264"/>
        </pc:sldMkLst>
        <pc:spChg chg="del mod">
          <ac:chgData name="Ricardo Cazes" userId="3bc3b7a6f38605b0" providerId="LiveId" clId="{60DC6EF9-66B5-4B84-A223-178D070EB43B}" dt="2025-07-17T20:45:46.135" v="1523" actId="478"/>
          <ac:spMkLst>
            <pc:docMk/>
            <pc:sldMk cId="86471599" sldId="264"/>
            <ac:spMk id="2" creationId="{9F42D7BA-006F-7270-BB34-9EAC81C4FE0D}"/>
          </ac:spMkLst>
        </pc:spChg>
        <pc:spChg chg="add mod">
          <ac:chgData name="Ricardo Cazes" userId="3bc3b7a6f38605b0" providerId="LiveId" clId="{60DC6EF9-66B5-4B84-A223-178D070EB43B}" dt="2025-07-17T20:46:55.848" v="1579" actId="1076"/>
          <ac:spMkLst>
            <pc:docMk/>
            <pc:sldMk cId="86471599" sldId="264"/>
            <ac:spMk id="3" creationId="{EC49DCB0-5530-E7BE-2536-7CC532BCCCD7}"/>
          </ac:spMkLst>
        </pc:spChg>
        <pc:spChg chg="add mod">
          <ac:chgData name="Ricardo Cazes" userId="3bc3b7a6f38605b0" providerId="LiveId" clId="{60DC6EF9-66B5-4B84-A223-178D070EB43B}" dt="2025-07-17T20:46:39.431" v="1575" actId="1076"/>
          <ac:spMkLst>
            <pc:docMk/>
            <pc:sldMk cId="86471599" sldId="264"/>
            <ac:spMk id="5" creationId="{4AD968E4-3D29-2292-07C4-6CEEDF80D9B2}"/>
          </ac:spMkLst>
        </pc:spChg>
        <pc:spChg chg="del mod">
          <ac:chgData name="Ricardo Cazes" userId="3bc3b7a6f38605b0" providerId="LiveId" clId="{60DC6EF9-66B5-4B84-A223-178D070EB43B}" dt="2025-07-17T20:45:48.102" v="1524" actId="478"/>
          <ac:spMkLst>
            <pc:docMk/>
            <pc:sldMk cId="86471599" sldId="264"/>
            <ac:spMk id="7" creationId="{4570B8F8-FF8B-F5D8-6282-FAF3B422AD5C}"/>
          </ac:spMkLst>
        </pc:spChg>
        <pc:spChg chg="mod">
          <ac:chgData name="Ricardo Cazes" userId="3bc3b7a6f38605b0" providerId="LiveId" clId="{60DC6EF9-66B5-4B84-A223-178D070EB43B}" dt="2025-07-17T20:46:50.755" v="1578" actId="1076"/>
          <ac:spMkLst>
            <pc:docMk/>
            <pc:sldMk cId="86471599" sldId="264"/>
            <ac:spMk id="44" creationId="{13E4DB75-9D18-E75E-94E5-AFCB661C7FBA}"/>
          </ac:spMkLst>
        </pc:spChg>
        <pc:grpChg chg="del mod">
          <ac:chgData name="Ricardo Cazes" userId="3bc3b7a6f38605b0" providerId="LiveId" clId="{60DC6EF9-66B5-4B84-A223-178D070EB43B}" dt="2025-07-17T20:45:44.674" v="1521" actId="478"/>
          <ac:grpSpMkLst>
            <pc:docMk/>
            <pc:sldMk cId="86471599" sldId="264"/>
            <ac:grpSpMk id="41" creationId="{CDDB3E95-EAEF-BC8A-BDEE-9B099E199570}"/>
          </ac:grpSpMkLst>
        </pc:grpChg>
      </pc:sldChg>
      <pc:sldChg chg="addSp delSp modSp add mod ord">
        <pc:chgData name="Ricardo Cazes" userId="3bc3b7a6f38605b0" providerId="LiveId" clId="{60DC6EF9-66B5-4B84-A223-178D070EB43B}" dt="2025-07-17T21:00:48.179" v="2162" actId="20577"/>
        <pc:sldMkLst>
          <pc:docMk/>
          <pc:sldMk cId="2778341147" sldId="265"/>
        </pc:sldMkLst>
        <pc:spChg chg="mod">
          <ac:chgData name="Ricardo Cazes" userId="3bc3b7a6f38605b0" providerId="LiveId" clId="{60DC6EF9-66B5-4B84-A223-178D070EB43B}" dt="2025-07-17T20:49:21.078" v="1613" actId="20577"/>
          <ac:spMkLst>
            <pc:docMk/>
            <pc:sldMk cId="2778341147" sldId="265"/>
            <ac:spMk id="2" creationId="{B8B74389-77F0-66FE-7AD4-A5273DC7604E}"/>
          </ac:spMkLst>
        </pc:spChg>
        <pc:spChg chg="add mod">
          <ac:chgData name="Ricardo Cazes" userId="3bc3b7a6f38605b0" providerId="LiveId" clId="{60DC6EF9-66B5-4B84-A223-178D070EB43B}" dt="2025-07-17T20:53:24.125" v="1719" actId="1076"/>
          <ac:spMkLst>
            <pc:docMk/>
            <pc:sldMk cId="2778341147" sldId="265"/>
            <ac:spMk id="3" creationId="{C87B3A3E-8918-7262-16A6-B1A17084E9B7}"/>
          </ac:spMkLst>
        </pc:spChg>
        <pc:spChg chg="del">
          <ac:chgData name="Ricardo Cazes" userId="3bc3b7a6f38605b0" providerId="LiveId" clId="{60DC6EF9-66B5-4B84-A223-178D070EB43B}" dt="2025-07-17T20:51:15.949" v="1684" actId="478"/>
          <ac:spMkLst>
            <pc:docMk/>
            <pc:sldMk cId="2778341147" sldId="265"/>
            <ac:spMk id="4" creationId="{315D9EAB-9E64-26F4-8348-822DA45E35DC}"/>
          </ac:spMkLst>
        </pc:spChg>
        <pc:spChg chg="del">
          <ac:chgData name="Ricardo Cazes" userId="3bc3b7a6f38605b0" providerId="LiveId" clId="{60DC6EF9-66B5-4B84-A223-178D070EB43B}" dt="2025-07-17T20:51:15.194" v="1683" actId="478"/>
          <ac:spMkLst>
            <pc:docMk/>
            <pc:sldMk cId="2778341147" sldId="265"/>
            <ac:spMk id="6" creationId="{45F16A9E-1D35-B026-C71B-37B3505E90CC}"/>
          </ac:spMkLst>
        </pc:spChg>
        <pc:spChg chg="add mod">
          <ac:chgData name="Ricardo Cazes" userId="3bc3b7a6f38605b0" providerId="LiveId" clId="{60DC6EF9-66B5-4B84-A223-178D070EB43B}" dt="2025-07-17T20:54:09.451" v="1744" actId="1076"/>
          <ac:spMkLst>
            <pc:docMk/>
            <pc:sldMk cId="2778341147" sldId="265"/>
            <ac:spMk id="12" creationId="{7EB2BD29-C2A4-4093-A202-2BB2AE692196}"/>
          </ac:spMkLst>
        </pc:spChg>
        <pc:spChg chg="add mod">
          <ac:chgData name="Ricardo Cazes" userId="3bc3b7a6f38605b0" providerId="LiveId" clId="{60DC6EF9-66B5-4B84-A223-178D070EB43B}" dt="2025-07-17T20:54:13.391" v="1746" actId="1076"/>
          <ac:spMkLst>
            <pc:docMk/>
            <pc:sldMk cId="2778341147" sldId="265"/>
            <ac:spMk id="13" creationId="{ABA9FF97-2CF2-771A-E6DF-93380849BA0D}"/>
          </ac:spMkLst>
        </pc:spChg>
        <pc:spChg chg="add mod">
          <ac:chgData name="Ricardo Cazes" userId="3bc3b7a6f38605b0" providerId="LiveId" clId="{60DC6EF9-66B5-4B84-A223-178D070EB43B}" dt="2025-07-17T20:54:35.973" v="1771" actId="20577"/>
          <ac:spMkLst>
            <pc:docMk/>
            <pc:sldMk cId="2778341147" sldId="265"/>
            <ac:spMk id="17" creationId="{1E144F84-7C06-63BA-E553-0268E23D09BB}"/>
          </ac:spMkLst>
        </pc:spChg>
        <pc:spChg chg="add mod">
          <ac:chgData name="Ricardo Cazes" userId="3bc3b7a6f38605b0" providerId="LiveId" clId="{60DC6EF9-66B5-4B84-A223-178D070EB43B}" dt="2025-07-17T20:56:03.148" v="1854" actId="1076"/>
          <ac:spMkLst>
            <pc:docMk/>
            <pc:sldMk cId="2778341147" sldId="265"/>
            <ac:spMk id="19" creationId="{EC878138-F2FC-2230-AA55-999DB89CFF86}"/>
          </ac:spMkLst>
        </pc:spChg>
        <pc:spChg chg="add mod">
          <ac:chgData name="Ricardo Cazes" userId="3bc3b7a6f38605b0" providerId="LiveId" clId="{60DC6EF9-66B5-4B84-A223-178D070EB43B}" dt="2025-07-17T20:56:04.091" v="1855" actId="1076"/>
          <ac:spMkLst>
            <pc:docMk/>
            <pc:sldMk cId="2778341147" sldId="265"/>
            <ac:spMk id="20" creationId="{BAB7B54B-B7C8-514E-3B48-623E7F8DADEF}"/>
          </ac:spMkLst>
        </pc:spChg>
        <pc:spChg chg="add del mod">
          <ac:chgData name="Ricardo Cazes" userId="3bc3b7a6f38605b0" providerId="LiveId" clId="{60DC6EF9-66B5-4B84-A223-178D070EB43B}" dt="2025-07-17T20:55:03.683" v="1782" actId="478"/>
          <ac:spMkLst>
            <pc:docMk/>
            <pc:sldMk cId="2778341147" sldId="265"/>
            <ac:spMk id="21" creationId="{AE11D032-BC68-CA02-CB39-70C8D62FC640}"/>
          </ac:spMkLst>
        </pc:spChg>
        <pc:spChg chg="add mod">
          <ac:chgData name="Ricardo Cazes" userId="3bc3b7a6f38605b0" providerId="LiveId" clId="{60DC6EF9-66B5-4B84-A223-178D070EB43B}" dt="2025-07-17T20:56:16.186" v="1859" actId="1076"/>
          <ac:spMkLst>
            <pc:docMk/>
            <pc:sldMk cId="2778341147" sldId="265"/>
            <ac:spMk id="22" creationId="{182F0FB3-37EA-B1EF-4FFE-DC95929F5305}"/>
          </ac:spMkLst>
        </pc:spChg>
        <pc:spChg chg="add mod">
          <ac:chgData name="Ricardo Cazes" userId="3bc3b7a6f38605b0" providerId="LiveId" clId="{60DC6EF9-66B5-4B84-A223-178D070EB43B}" dt="2025-07-17T20:55:38.425" v="1803" actId="1076"/>
          <ac:spMkLst>
            <pc:docMk/>
            <pc:sldMk cId="2778341147" sldId="265"/>
            <ac:spMk id="23" creationId="{13B54267-65F0-6174-F833-6DB2DE27B857}"/>
          </ac:spMkLst>
        </pc:spChg>
        <pc:spChg chg="add mod">
          <ac:chgData name="Ricardo Cazes" userId="3bc3b7a6f38605b0" providerId="LiveId" clId="{60DC6EF9-66B5-4B84-A223-178D070EB43B}" dt="2025-07-17T20:56:14.470" v="1858" actId="1076"/>
          <ac:spMkLst>
            <pc:docMk/>
            <pc:sldMk cId="2778341147" sldId="265"/>
            <ac:spMk id="24" creationId="{C8F7D73C-E836-21F3-9068-3DF6352F745A}"/>
          </ac:spMkLst>
        </pc:spChg>
        <pc:spChg chg="add mod">
          <ac:chgData name="Ricardo Cazes" userId="3bc3b7a6f38605b0" providerId="LiveId" clId="{60DC6EF9-66B5-4B84-A223-178D070EB43B}" dt="2025-07-17T21:00:48.179" v="2162" actId="20577"/>
          <ac:spMkLst>
            <pc:docMk/>
            <pc:sldMk cId="2778341147" sldId="265"/>
            <ac:spMk id="25" creationId="{E248434B-BB1E-2270-3D7C-70C9F5968F53}"/>
          </ac:spMkLst>
        </pc:spChg>
        <pc:cxnChg chg="add mod">
          <ac:chgData name="Ricardo Cazes" userId="3bc3b7a6f38605b0" providerId="LiveId" clId="{60DC6EF9-66B5-4B84-A223-178D070EB43B}" dt="2025-07-17T20:54:07.708" v="1743" actId="14100"/>
          <ac:cxnSpMkLst>
            <pc:docMk/>
            <pc:sldMk cId="2778341147" sldId="265"/>
            <ac:cxnSpMk id="8" creationId="{173327DB-A982-2B57-B5A6-D8D22F865E0E}"/>
          </ac:cxnSpMkLst>
        </pc:cxnChg>
        <pc:cxnChg chg="add mod">
          <ac:chgData name="Ricardo Cazes" userId="3bc3b7a6f38605b0" providerId="LiveId" clId="{60DC6EF9-66B5-4B84-A223-178D070EB43B}" dt="2025-07-17T20:54:46.210" v="1773" actId="1076"/>
          <ac:cxnSpMkLst>
            <pc:docMk/>
            <pc:sldMk cId="2778341147" sldId="265"/>
            <ac:cxnSpMk id="9" creationId="{4E640341-B5FD-BA78-4F6E-75803BE1B2B5}"/>
          </ac:cxnSpMkLst>
        </pc:cxnChg>
        <pc:cxnChg chg="add mod">
          <ac:chgData name="Ricardo Cazes" userId="3bc3b7a6f38605b0" providerId="LiveId" clId="{60DC6EF9-66B5-4B84-A223-178D070EB43B}" dt="2025-07-17T20:54:22.345" v="1748" actId="14100"/>
          <ac:cxnSpMkLst>
            <pc:docMk/>
            <pc:sldMk cId="2778341147" sldId="265"/>
            <ac:cxnSpMk id="10" creationId="{8F7B1987-E2AC-41C4-4371-DCE16AE25E1B}"/>
          </ac:cxnSpMkLst>
        </pc:cxnChg>
        <pc:cxnChg chg="add mod">
          <ac:chgData name="Ricardo Cazes" userId="3bc3b7a6f38605b0" providerId="LiveId" clId="{60DC6EF9-66B5-4B84-A223-178D070EB43B}" dt="2025-07-17T20:54:11.652" v="1745" actId="1076"/>
          <ac:cxnSpMkLst>
            <pc:docMk/>
            <pc:sldMk cId="2778341147" sldId="265"/>
            <ac:cxnSpMk id="11" creationId="{1D5171F6-C91C-5DC0-27EA-B89ADF45D733}"/>
          </ac:cxnSpMkLst>
        </pc:cxnChg>
      </pc:sldChg>
      <pc:sldChg chg="add del">
        <pc:chgData name="Ricardo Cazes" userId="3bc3b7a6f38605b0" providerId="LiveId" clId="{60DC6EF9-66B5-4B84-A223-178D070EB43B}" dt="2025-07-17T20:49:07.004" v="1582" actId="47"/>
        <pc:sldMkLst>
          <pc:docMk/>
          <pc:sldMk cId="3266665624" sldId="265"/>
        </pc:sldMkLst>
      </pc:sldChg>
      <pc:sldChg chg="addSp delSp modSp add mod">
        <pc:chgData name="Ricardo Cazes" userId="3bc3b7a6f38605b0" providerId="LiveId" clId="{60DC6EF9-66B5-4B84-A223-178D070EB43B}" dt="2025-07-17T21:04:28.614" v="2492" actId="478"/>
        <pc:sldMkLst>
          <pc:docMk/>
          <pc:sldMk cId="1114059330" sldId="266"/>
        </pc:sldMkLst>
        <pc:spChg chg="mod">
          <ac:chgData name="Ricardo Cazes" userId="3bc3b7a6f38605b0" providerId="LiveId" clId="{60DC6EF9-66B5-4B84-A223-178D070EB43B}" dt="2025-07-17T21:02:13.767" v="2199" actId="1076"/>
          <ac:spMkLst>
            <pc:docMk/>
            <pc:sldMk cId="1114059330" sldId="266"/>
            <ac:spMk id="2" creationId="{00FAFBBF-17FE-5741-BBE6-64FFAA9FD682}"/>
          </ac:spMkLst>
        </pc:spChg>
        <pc:spChg chg="del mod">
          <ac:chgData name="Ricardo Cazes" userId="3bc3b7a6f38605b0" providerId="LiveId" clId="{60DC6EF9-66B5-4B84-A223-178D070EB43B}" dt="2025-07-17T21:02:01.867" v="2185" actId="478"/>
          <ac:spMkLst>
            <pc:docMk/>
            <pc:sldMk cId="1114059330" sldId="266"/>
            <ac:spMk id="3" creationId="{07EE0C17-961D-6113-0FF0-79D7106BB6B8}"/>
          </ac:spMkLst>
        </pc:spChg>
        <pc:spChg chg="add mod">
          <ac:chgData name="Ricardo Cazes" userId="3bc3b7a6f38605b0" providerId="LiveId" clId="{60DC6EF9-66B5-4B84-A223-178D070EB43B}" dt="2025-07-17T21:03:59.826" v="2491" actId="114"/>
          <ac:spMkLst>
            <pc:docMk/>
            <pc:sldMk cId="1114059330" sldId="266"/>
            <ac:spMk id="4" creationId="{7B57392D-13CB-2D9C-422D-4585F2C1EEB5}"/>
          </ac:spMkLst>
        </pc:spChg>
        <pc:spChg chg="del">
          <ac:chgData name="Ricardo Cazes" userId="3bc3b7a6f38605b0" providerId="LiveId" clId="{60DC6EF9-66B5-4B84-A223-178D070EB43B}" dt="2025-07-17T21:04:28.614" v="2492" actId="478"/>
          <ac:spMkLst>
            <pc:docMk/>
            <pc:sldMk cId="1114059330" sldId="266"/>
            <ac:spMk id="7" creationId="{44633CFB-3136-7754-56C6-1764C779FFAA}"/>
          </ac:spMkLst>
        </pc:spChg>
        <pc:spChg chg="del mod">
          <ac:chgData name="Ricardo Cazes" userId="3bc3b7a6f38605b0" providerId="LiveId" clId="{60DC6EF9-66B5-4B84-A223-178D070EB43B}" dt="2025-07-17T21:02:05.446" v="2188" actId="478"/>
          <ac:spMkLst>
            <pc:docMk/>
            <pc:sldMk cId="1114059330" sldId="266"/>
            <ac:spMk id="12" creationId="{3ABCDC11-7CA1-ABEC-9015-DF3A8714A7FA}"/>
          </ac:spMkLst>
        </pc:spChg>
        <pc:spChg chg="del">
          <ac:chgData name="Ricardo Cazes" userId="3bc3b7a6f38605b0" providerId="LiveId" clId="{60DC6EF9-66B5-4B84-A223-178D070EB43B}" dt="2025-07-17T21:02:06.206" v="2189" actId="478"/>
          <ac:spMkLst>
            <pc:docMk/>
            <pc:sldMk cId="1114059330" sldId="266"/>
            <ac:spMk id="13" creationId="{82DD75AA-99D1-4BB2-547B-6B3A22BA4143}"/>
          </ac:spMkLst>
        </pc:spChg>
        <pc:spChg chg="del mod">
          <ac:chgData name="Ricardo Cazes" userId="3bc3b7a6f38605b0" providerId="LiveId" clId="{60DC6EF9-66B5-4B84-A223-178D070EB43B}" dt="2025-07-17T21:02:08.450" v="2193" actId="478"/>
          <ac:spMkLst>
            <pc:docMk/>
            <pc:sldMk cId="1114059330" sldId="266"/>
            <ac:spMk id="17" creationId="{4551E4F0-E646-70AC-A574-3475A2C4C4D4}"/>
          </ac:spMkLst>
        </pc:spChg>
        <pc:spChg chg="del">
          <ac:chgData name="Ricardo Cazes" userId="3bc3b7a6f38605b0" providerId="LiveId" clId="{60DC6EF9-66B5-4B84-A223-178D070EB43B}" dt="2025-07-17T21:02:09.073" v="2194" actId="478"/>
          <ac:spMkLst>
            <pc:docMk/>
            <pc:sldMk cId="1114059330" sldId="266"/>
            <ac:spMk id="19" creationId="{E0055F5B-B9D7-7E59-28FB-6A86E4BACEBB}"/>
          </ac:spMkLst>
        </pc:spChg>
        <pc:spChg chg="del">
          <ac:chgData name="Ricardo Cazes" userId="3bc3b7a6f38605b0" providerId="LiveId" clId="{60DC6EF9-66B5-4B84-A223-178D070EB43B}" dt="2025-07-17T21:02:10.906" v="2196" actId="478"/>
          <ac:spMkLst>
            <pc:docMk/>
            <pc:sldMk cId="1114059330" sldId="266"/>
            <ac:spMk id="20" creationId="{35E42C7D-D415-A21A-617C-FDE54C9F85A0}"/>
          </ac:spMkLst>
        </pc:spChg>
        <pc:spChg chg="del">
          <ac:chgData name="Ricardo Cazes" userId="3bc3b7a6f38605b0" providerId="LiveId" clId="{60DC6EF9-66B5-4B84-A223-178D070EB43B}" dt="2025-07-17T21:02:09.469" v="2195" actId="478"/>
          <ac:spMkLst>
            <pc:docMk/>
            <pc:sldMk cId="1114059330" sldId="266"/>
            <ac:spMk id="22" creationId="{B233935C-F4BF-47BF-BE22-987ECAAFE04C}"/>
          </ac:spMkLst>
        </pc:spChg>
        <pc:spChg chg="del mod">
          <ac:chgData name="Ricardo Cazes" userId="3bc3b7a6f38605b0" providerId="LiveId" clId="{60DC6EF9-66B5-4B84-A223-178D070EB43B}" dt="2025-07-17T21:02:19.218" v="2204" actId="478"/>
          <ac:spMkLst>
            <pc:docMk/>
            <pc:sldMk cId="1114059330" sldId="266"/>
            <ac:spMk id="23" creationId="{1C8C3D3E-2EBC-2E46-4F98-F3A7FEF89B42}"/>
          </ac:spMkLst>
        </pc:spChg>
        <pc:spChg chg="del mod">
          <ac:chgData name="Ricardo Cazes" userId="3bc3b7a6f38605b0" providerId="LiveId" clId="{60DC6EF9-66B5-4B84-A223-178D070EB43B}" dt="2025-07-17T21:02:17.314" v="2202" actId="478"/>
          <ac:spMkLst>
            <pc:docMk/>
            <pc:sldMk cId="1114059330" sldId="266"/>
            <ac:spMk id="24" creationId="{FB75F020-782B-BBE2-08A2-F926B2580D82}"/>
          </ac:spMkLst>
        </pc:spChg>
        <pc:spChg chg="del mod">
          <ac:chgData name="Ricardo Cazes" userId="3bc3b7a6f38605b0" providerId="LiveId" clId="{60DC6EF9-66B5-4B84-A223-178D070EB43B}" dt="2025-07-17T21:02:21.314" v="2206" actId="478"/>
          <ac:spMkLst>
            <pc:docMk/>
            <pc:sldMk cId="1114059330" sldId="266"/>
            <ac:spMk id="25" creationId="{AB4183B0-B9E5-13D6-E61C-84658ABCE8FC}"/>
          </ac:spMkLst>
        </pc:spChg>
        <pc:cxnChg chg="del">
          <ac:chgData name="Ricardo Cazes" userId="3bc3b7a6f38605b0" providerId="LiveId" clId="{60DC6EF9-66B5-4B84-A223-178D070EB43B}" dt="2025-07-17T21:02:03.214" v="2187" actId="478"/>
          <ac:cxnSpMkLst>
            <pc:docMk/>
            <pc:sldMk cId="1114059330" sldId="266"/>
            <ac:cxnSpMk id="8" creationId="{05D9DDD2-D371-015E-DF78-9596ABE4B5E6}"/>
          </ac:cxnSpMkLst>
        </pc:cxnChg>
        <pc:cxnChg chg="del">
          <ac:chgData name="Ricardo Cazes" userId="3bc3b7a6f38605b0" providerId="LiveId" clId="{60DC6EF9-66B5-4B84-A223-178D070EB43B}" dt="2025-07-17T21:02:12.135" v="2197" actId="478"/>
          <ac:cxnSpMkLst>
            <pc:docMk/>
            <pc:sldMk cId="1114059330" sldId="266"/>
            <ac:cxnSpMk id="9" creationId="{4D4145B6-A2B0-2B52-3DA3-EDF900E5C69F}"/>
          </ac:cxnSpMkLst>
        </pc:cxnChg>
        <pc:cxnChg chg="del">
          <ac:chgData name="Ricardo Cazes" userId="3bc3b7a6f38605b0" providerId="LiveId" clId="{60DC6EF9-66B5-4B84-A223-178D070EB43B}" dt="2025-07-17T21:02:07.630" v="2191" actId="478"/>
          <ac:cxnSpMkLst>
            <pc:docMk/>
            <pc:sldMk cId="1114059330" sldId="266"/>
            <ac:cxnSpMk id="10" creationId="{46F9E0EE-C268-0274-0F52-4BF579EF0CA2}"/>
          </ac:cxnSpMkLst>
        </pc:cxnChg>
        <pc:cxnChg chg="del">
          <ac:chgData name="Ricardo Cazes" userId="3bc3b7a6f38605b0" providerId="LiveId" clId="{60DC6EF9-66B5-4B84-A223-178D070EB43B}" dt="2025-07-17T21:02:06.710" v="2190" actId="478"/>
          <ac:cxnSpMkLst>
            <pc:docMk/>
            <pc:sldMk cId="1114059330" sldId="266"/>
            <ac:cxnSpMk id="11" creationId="{D5C6EF49-E7B1-41EA-0815-731ED8F0F2C3}"/>
          </ac:cxnSpMkLst>
        </pc:cxnChg>
      </pc:sldChg>
      <pc:sldChg chg="add del">
        <pc:chgData name="Ricardo Cazes" userId="3bc3b7a6f38605b0" providerId="LiveId" clId="{60DC6EF9-66B5-4B84-A223-178D070EB43B}" dt="2025-07-17T20:49:08.332" v="1583" actId="47"/>
        <pc:sldMkLst>
          <pc:docMk/>
          <pc:sldMk cId="3880721889" sldId="266"/>
        </pc:sldMkLst>
      </pc:sldChg>
      <pc:sldChg chg="addSp delSp modSp new mod ord">
        <pc:chgData name="Ricardo Cazes" userId="3bc3b7a6f38605b0" providerId="LiveId" clId="{60DC6EF9-66B5-4B84-A223-178D070EB43B}" dt="2025-07-17T21:20:05.206" v="3337" actId="20577"/>
        <pc:sldMkLst>
          <pc:docMk/>
          <pc:sldMk cId="3085283954" sldId="267"/>
        </pc:sldMkLst>
        <pc:spChg chg="add mod">
          <ac:chgData name="Ricardo Cazes" userId="3bc3b7a6f38605b0" providerId="LiveId" clId="{60DC6EF9-66B5-4B84-A223-178D070EB43B}" dt="2025-07-17T21:18:55.923" v="3311" actId="164"/>
          <ac:spMkLst>
            <pc:docMk/>
            <pc:sldMk cId="3085283954" sldId="267"/>
            <ac:spMk id="2" creationId="{97CBFABE-D02F-45F6-C1FA-7C2790767BE9}"/>
          </ac:spMkLst>
        </pc:spChg>
        <pc:spChg chg="add mod">
          <ac:chgData name="Ricardo Cazes" userId="3bc3b7a6f38605b0" providerId="LiveId" clId="{60DC6EF9-66B5-4B84-A223-178D070EB43B}" dt="2025-07-17T21:18:55.923" v="3311" actId="164"/>
          <ac:spMkLst>
            <pc:docMk/>
            <pc:sldMk cId="3085283954" sldId="267"/>
            <ac:spMk id="3" creationId="{CDD8A6F5-135F-516A-3CD5-A899A8128E4A}"/>
          </ac:spMkLst>
        </pc:spChg>
        <pc:spChg chg="add del mod">
          <ac:chgData name="Ricardo Cazes" userId="3bc3b7a6f38605b0" providerId="LiveId" clId="{60DC6EF9-66B5-4B84-A223-178D070EB43B}" dt="2025-07-17T21:14:04.095" v="3027" actId="478"/>
          <ac:spMkLst>
            <pc:docMk/>
            <pc:sldMk cId="3085283954" sldId="267"/>
            <ac:spMk id="4" creationId="{DAD4D9C2-441B-8C8D-EE0A-0342D567C0E0}"/>
          </ac:spMkLst>
        </pc:spChg>
        <pc:spChg chg="add mod">
          <ac:chgData name="Ricardo Cazes" userId="3bc3b7a6f38605b0" providerId="LiveId" clId="{60DC6EF9-66B5-4B84-A223-178D070EB43B}" dt="2025-07-17T21:19:03.775" v="3313" actId="1076"/>
          <ac:spMkLst>
            <pc:docMk/>
            <pc:sldMk cId="3085283954" sldId="267"/>
            <ac:spMk id="5" creationId="{0D3FD967-FF84-E972-E7C0-AB6DCEDB1E5B}"/>
          </ac:spMkLst>
        </pc:spChg>
        <pc:spChg chg="add mod">
          <ac:chgData name="Ricardo Cazes" userId="3bc3b7a6f38605b0" providerId="LiveId" clId="{60DC6EF9-66B5-4B84-A223-178D070EB43B}" dt="2025-07-17T21:18:55.923" v="3311" actId="164"/>
          <ac:spMkLst>
            <pc:docMk/>
            <pc:sldMk cId="3085283954" sldId="267"/>
            <ac:spMk id="6" creationId="{CD2D8585-537D-1260-CC25-59A26C52B97B}"/>
          </ac:spMkLst>
        </pc:spChg>
        <pc:spChg chg="add mod">
          <ac:chgData name="Ricardo Cazes" userId="3bc3b7a6f38605b0" providerId="LiveId" clId="{60DC6EF9-66B5-4B84-A223-178D070EB43B}" dt="2025-07-17T21:18:55.923" v="3311" actId="164"/>
          <ac:spMkLst>
            <pc:docMk/>
            <pc:sldMk cId="3085283954" sldId="267"/>
            <ac:spMk id="7" creationId="{1C393520-6FF3-E8AE-25A6-C1D72135F7FE}"/>
          </ac:spMkLst>
        </pc:spChg>
        <pc:spChg chg="add mod">
          <ac:chgData name="Ricardo Cazes" userId="3bc3b7a6f38605b0" providerId="LiveId" clId="{60DC6EF9-66B5-4B84-A223-178D070EB43B}" dt="2025-07-17T21:18:55.923" v="3311" actId="164"/>
          <ac:spMkLst>
            <pc:docMk/>
            <pc:sldMk cId="3085283954" sldId="267"/>
            <ac:spMk id="8" creationId="{81378567-C279-9C2B-7B3B-A66D39284968}"/>
          </ac:spMkLst>
        </pc:spChg>
        <pc:spChg chg="add mod">
          <ac:chgData name="Ricardo Cazes" userId="3bc3b7a6f38605b0" providerId="LiveId" clId="{60DC6EF9-66B5-4B84-A223-178D070EB43B}" dt="2025-07-17T21:18:55.923" v="3311" actId="164"/>
          <ac:spMkLst>
            <pc:docMk/>
            <pc:sldMk cId="3085283954" sldId="267"/>
            <ac:spMk id="9" creationId="{4041D0A1-C36E-F3BD-6A45-8F62AF276A6A}"/>
          </ac:spMkLst>
        </pc:spChg>
        <pc:spChg chg="add mod">
          <ac:chgData name="Ricardo Cazes" userId="3bc3b7a6f38605b0" providerId="LiveId" clId="{60DC6EF9-66B5-4B84-A223-178D070EB43B}" dt="2025-07-17T21:20:05.206" v="3337" actId="20577"/>
          <ac:spMkLst>
            <pc:docMk/>
            <pc:sldMk cId="3085283954" sldId="267"/>
            <ac:spMk id="26" creationId="{AE5B57DA-52AB-3CEA-A43D-8E41A1AEF168}"/>
          </ac:spMkLst>
        </pc:spChg>
        <pc:grpChg chg="add mod">
          <ac:chgData name="Ricardo Cazes" userId="3bc3b7a6f38605b0" providerId="LiveId" clId="{60DC6EF9-66B5-4B84-A223-178D070EB43B}" dt="2025-07-17T21:19:52.183" v="3319" actId="14100"/>
          <ac:grpSpMkLst>
            <pc:docMk/>
            <pc:sldMk cId="3085283954" sldId="267"/>
            <ac:grpSpMk id="25" creationId="{A6DC8E8C-C664-EC93-1B7E-66AE2C13F52D}"/>
          </ac:grpSpMkLst>
        </pc:grpChg>
        <pc:cxnChg chg="add">
          <ac:chgData name="Ricardo Cazes" userId="3bc3b7a6f38605b0" providerId="LiveId" clId="{60DC6EF9-66B5-4B84-A223-178D070EB43B}" dt="2025-07-17T21:17:48.531" v="3292" actId="11529"/>
          <ac:cxnSpMkLst>
            <pc:docMk/>
            <pc:sldMk cId="3085283954" sldId="267"/>
            <ac:cxnSpMk id="11" creationId="{6202A008-7103-59A3-EF4D-F276A55B571C}"/>
          </ac:cxnSpMkLst>
        </pc:cxnChg>
        <pc:cxnChg chg="add mod">
          <ac:chgData name="Ricardo Cazes" userId="3bc3b7a6f38605b0" providerId="LiveId" clId="{60DC6EF9-66B5-4B84-A223-178D070EB43B}" dt="2025-07-17T21:19:03.775" v="3313" actId="1076"/>
          <ac:cxnSpMkLst>
            <pc:docMk/>
            <pc:sldMk cId="3085283954" sldId="267"/>
            <ac:cxnSpMk id="12" creationId="{C7C8DDE3-893D-7F58-C02A-8C8AB1798F90}"/>
          </ac:cxnSpMkLst>
        </pc:cxnChg>
        <pc:cxnChg chg="add del mod">
          <ac:chgData name="Ricardo Cazes" userId="3bc3b7a6f38605b0" providerId="LiveId" clId="{60DC6EF9-66B5-4B84-A223-178D070EB43B}" dt="2025-07-17T21:18:13.954" v="3302" actId="478"/>
          <ac:cxnSpMkLst>
            <pc:docMk/>
            <pc:sldMk cId="3085283954" sldId="267"/>
            <ac:cxnSpMk id="15" creationId="{0E6DEED4-AB99-9C0B-18DE-70A426154589}"/>
          </ac:cxnSpMkLst>
        </pc:cxnChg>
        <pc:cxnChg chg="add mod">
          <ac:chgData name="Ricardo Cazes" userId="3bc3b7a6f38605b0" providerId="LiveId" clId="{60DC6EF9-66B5-4B84-A223-178D070EB43B}" dt="2025-07-17T21:18:55.923" v="3311" actId="164"/>
          <ac:cxnSpMkLst>
            <pc:docMk/>
            <pc:sldMk cId="3085283954" sldId="267"/>
            <ac:cxnSpMk id="17" creationId="{2BC0EA40-0624-AF2B-22FE-11A3E61ADCD8}"/>
          </ac:cxnSpMkLst>
        </pc:cxnChg>
        <pc:cxnChg chg="add mod">
          <ac:chgData name="Ricardo Cazes" userId="3bc3b7a6f38605b0" providerId="LiveId" clId="{60DC6EF9-66B5-4B84-A223-178D070EB43B}" dt="2025-07-17T21:18:55.923" v="3311" actId="164"/>
          <ac:cxnSpMkLst>
            <pc:docMk/>
            <pc:sldMk cId="3085283954" sldId="267"/>
            <ac:cxnSpMk id="19" creationId="{2E61C3C0-40BC-BDD5-B3AA-CEC00B34EF25}"/>
          </ac:cxnSpMkLst>
        </pc:cxnChg>
        <pc:cxnChg chg="add mod">
          <ac:chgData name="Ricardo Cazes" userId="3bc3b7a6f38605b0" providerId="LiveId" clId="{60DC6EF9-66B5-4B84-A223-178D070EB43B}" dt="2025-07-17T21:18:50.246" v="3310" actId="1076"/>
          <ac:cxnSpMkLst>
            <pc:docMk/>
            <pc:sldMk cId="3085283954" sldId="267"/>
            <ac:cxnSpMk id="22" creationId="{B8D12DAD-4E37-8DF4-7CDE-8B2481E7C7B4}"/>
          </ac:cxnSpMkLst>
        </pc:cxnChg>
        <pc:cxnChg chg="add mod">
          <ac:chgData name="Ricardo Cazes" userId="3bc3b7a6f38605b0" providerId="LiveId" clId="{60DC6EF9-66B5-4B84-A223-178D070EB43B}" dt="2025-07-17T21:18:48.157" v="3309" actId="1076"/>
          <ac:cxnSpMkLst>
            <pc:docMk/>
            <pc:sldMk cId="3085283954" sldId="267"/>
            <ac:cxnSpMk id="24" creationId="{FC69395E-4356-6F12-9001-F8566B1D2DE6}"/>
          </ac:cxnSpMkLst>
        </pc:cxnChg>
      </pc:sldChg>
      <pc:sldChg chg="addSp modSp add del mod ord">
        <pc:chgData name="Ricardo Cazes" userId="3bc3b7a6f38605b0" providerId="LiveId" clId="{60DC6EF9-66B5-4B84-A223-178D070EB43B}" dt="2025-07-17T21:11:01.111" v="2818" actId="47"/>
        <pc:sldMkLst>
          <pc:docMk/>
          <pc:sldMk cId="3222230141" sldId="267"/>
        </pc:sldMkLst>
        <pc:spChg chg="mod">
          <ac:chgData name="Ricardo Cazes" userId="3bc3b7a6f38605b0" providerId="LiveId" clId="{60DC6EF9-66B5-4B84-A223-178D070EB43B}" dt="2025-07-17T21:10:44.837" v="2817" actId="14100"/>
          <ac:spMkLst>
            <pc:docMk/>
            <pc:sldMk cId="3222230141" sldId="267"/>
            <ac:spMk id="2" creationId="{F2DD8963-97A3-C985-C808-45DC68C14AF4}"/>
          </ac:spMkLst>
        </pc:spChg>
        <pc:spChg chg="add mod">
          <ac:chgData name="Ricardo Cazes" userId="3bc3b7a6f38605b0" providerId="LiveId" clId="{60DC6EF9-66B5-4B84-A223-178D070EB43B}" dt="2025-07-17T21:08:53.083" v="2732" actId="14100"/>
          <ac:spMkLst>
            <pc:docMk/>
            <pc:sldMk cId="3222230141" sldId="267"/>
            <ac:spMk id="3" creationId="{95E6E715-7598-5CA7-65E0-CE76472C5C65}"/>
          </ac:spMkLst>
        </pc:spChg>
        <pc:spChg chg="add mod">
          <ac:chgData name="Ricardo Cazes" userId="3bc3b7a6f38605b0" providerId="LiveId" clId="{60DC6EF9-66B5-4B84-A223-178D070EB43B}" dt="2025-07-17T21:10:34.414" v="2816" actId="20577"/>
          <ac:spMkLst>
            <pc:docMk/>
            <pc:sldMk cId="3222230141" sldId="267"/>
            <ac:spMk id="4" creationId="{F1F33BED-EDEF-5666-0005-B4B2C8A08E93}"/>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20:35:06.766"/>
    </inkml:context>
    <inkml:brush xml:id="br0">
      <inkml:brushProperty name="width" value="0.035" units="cm"/>
      <inkml:brushProperty name="height" value="0.035" units="cm"/>
    </inkml:brush>
  </inkml:definitions>
  <inkml:trace contextRef="#ctx0" brushRef="#br0">2 0 24575,'0'60'0,"-2"-6"0,4-1 0,11 84 0,-7-87 0,-1 0 0,-6 94 0,0-55 0,-1 29 0,4 127 0,0-224-341,1 0 0,0 0-1,13 36 1,-11-44-6485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20:35:02.440"/>
    </inkml:context>
    <inkml:brush xml:id="br0">
      <inkml:brushProperty name="width" value="0.035" units="cm"/>
      <inkml:brushProperty name="height" value="0.035" units="cm"/>
    </inkml:brush>
  </inkml:definitions>
  <inkml:trace contextRef="#ctx0" brushRef="#br0">20 1 24575,'1'4'0,"0"0"0,0 0 0,0 0 0,1 0 0,-1 0 0,1-1 0,4 7 0,4 10 0,0 8 0,-2 0 0,-1 1 0,-1 1 0,3 53 0,-9 122 0,-2-93 0,2-97 0,1 8 0,-1-1 0,-1 1 0,-1-1 0,-1 0 0,-11 42 0,-17 50 118,1 1-1601,27-109-5343</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20:35:04.670"/>
    </inkml:context>
    <inkml:brush xml:id="br0">
      <inkml:brushProperty name="width" value="0.035" units="cm"/>
      <inkml:brushProperty name="height" value="0.035" units="cm"/>
    </inkml:brush>
  </inkml:definitions>
  <inkml:trace contextRef="#ctx0" brushRef="#br0">0 0 24575,'0'33'0,"2"-1"0,2 1 0,11 51 0,7 52 0,-21-132 0,3 20 0,11 35 0,-9-40 0,-1 0 0,-1 0 0,2 28 0,-4 219 0,-4-129 0,4-122-170,0 1-1,1-1 0,1 0 1,0 0-1,1 0 0,1 0 1,12 23-1,-10-25-6655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20:34:31.380"/>
    </inkml:context>
    <inkml:brush xml:id="br0">
      <inkml:brushProperty name="width" value="0.035" units="cm"/>
      <inkml:brushProperty name="height" value="0.035" units="cm"/>
    </inkml:brush>
  </inkml:definitions>
  <inkml:trace contextRef="#ctx0" brushRef="#br0">4512 1 24575,'-1'1'0,"0"1"0,0 0 0,0 0 0,0-1 0,1 1 0,-1 0 0,0 0 0,1 0 0,-1 0 0,1 0 0,0 0 0,0 0 0,0 0 0,0 0 0,0 0 0,0-1 0,0 1 0,0 0 0,1 0 0,0 3 0,18 43 0,-14-35 0,-1-5 0,4 10 0,-1-1 0,-1 1 0,0 0 0,-1 1 0,-1-1 0,3 39 0,-6-15 0,-4 128 0,2-163 0,-1 0 0,-1 0 0,1 0 0,-1 0 0,0 0 0,0-1 0,-1 1 0,0-1 0,0 0 0,-1 0 0,1-1 0,-1 1 0,-7 5 0,-16 23 0,14-19 0,1 0 0,-2-1 0,0-1 0,0 0 0,-29 17 0,5-1 0,24-19 0,-1 0 0,0-1 0,0-1 0,-1 0 0,-32 9 0,-93 16 0,33-10 0,-222 50 0,10-12 0,249-51 0,6 0 0,-76 20 0,82-14 0,0-3 0,-1-3 0,-1-2 0,-113-1 0,77-9 0,-254 3 0,125 19 0,-67 2 0,141-11 0,29-2 0,-4-8 0,55-1 0,-120 13 0,9 8 0,130-11 0,-105 31 0,17 6 0,126-42 0,0 0 0,-22 2 0,29-6 0,0 1 0,0-1 0,0 1 0,0 1 0,1 0 0,-1 0 0,1 1 0,-1 0 0,1 0 0,0 1 0,-13 10 0,2 3 0,-64 55 0,47-46 0,20-16 0,0 1 0,-20 21 0,32-29-105,1 0 0,0 1 0,0 0 0,0 0 0,0 0 0,1 0 0,0 0 0,0 0 0,0 1 0,1-1 0,0 1 0,-1 7 0,0 6-6721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20:34:34.600"/>
    </inkml:context>
    <inkml:brush xml:id="br0">
      <inkml:brushProperty name="width" value="0.035" units="cm"/>
      <inkml:brushProperty name="height" value="0.035" units="cm"/>
    </inkml:brush>
  </inkml:definitions>
  <inkml:trace contextRef="#ctx0" brushRef="#br0">84 1 24301,'-84'1566'0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20:34:37.564"/>
    </inkml:context>
    <inkml:brush xml:id="br0">
      <inkml:brushProperty name="width" value="0.035" units="cm"/>
      <inkml:brushProperty name="height" value="0.035" units="cm"/>
    </inkml:brush>
  </inkml:definitions>
  <inkml:trace contextRef="#ctx0" brushRef="#br0">0 0 24575,'1'5'0,"-1"-1"0,1 1 0,0-1 0,0 0 0,0 1 0,0-1 0,1 0 0,0 0 0,-1 0 0,2 0 0,-1 0 0,0 0 0,4 3 0,4 6 0,1-1 0,16 13 0,-15-14 0,13 13 0,368 364 0,-143-142 0,17-20 0,-251-213 0,10 9 0,36 38 0,-53-51 0,-1 1 0,-1 0 0,0 1 0,0-1 0,-1 2 0,0-1 0,5 16 0,-1-1 0,-2 0 0,0 1 0,-2 0 0,-1 0 0,-1 0 0,0 29 0,-4-14-1365,0-23-5461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20:34:42.856"/>
    </inkml:context>
    <inkml:brush xml:id="br0">
      <inkml:brushProperty name="width" value="0.035" units="cm"/>
      <inkml:brushProperty name="height" value="0.035" units="cm"/>
    </inkml:brush>
  </inkml:definitions>
  <inkml:trace contextRef="#ctx0" brushRef="#br0">0 1 24575,'3'4'0,"0"-1"0,-1 1 0,0 0 0,0 0 0,0 0 0,0 1 0,-1-1 0,1 0 0,-1 1 0,1 5 0,2 7 0,0-2 0,2 10 0,2-1 0,0 0 0,2 0 0,0-1 0,19 31 0,9 2 0,3-2 0,64 67 0,-98-115 0,0-1 0,0 0 0,0-1 0,1 0 0,-1 0 0,16 5 0,21 12 0,72 63 0,-86-60 0,1-1 0,1-1 0,47 23 0,-42-28 0,0-2 0,1-2 0,0-1 0,76 13 0,-87-22 0,36 6 0,84 1 0,512-11 0,-597-2 0,88-15 0,39-3 0,249 19 0,-209 4 0,-194-4 0,0-2 0,1-1 0,41-13 0,17-2 0,83 6 0,-35 4 0,-39 0 0,1 5 0,120 8 0,-170 4 0,-1 2 0,105 30 0,-88-19 0,-1-5 0,-45-10 0,-1 0 0,0 2 0,44 17 0,76 58 0,13 7 0,-40-23 0,-111-63 0,1-1 0,-1 1 0,0 0 0,0 0 0,0 1 0,-1-1 0,1 1 0,-1 0 0,0 1 0,0-1 0,0 1 0,0-1 0,-1 1 0,0 0 0,0 1 0,0-1 0,-1 0 0,0 1 0,0-1 0,0 1 0,-1 0 0,0 0 0,0-1 0,0 1 0,-1 0 0,1 0 0,-1 0 0,-1 0 0,1 0 0,-1 0 0,-2 6 0,-4 19 0,2 0 0,1 0 0,2 0 0,0 0 0,3 1 0,0-1 0,9 49 0,-4-46-1365,-4-25-5461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20:34:59.806"/>
    </inkml:context>
    <inkml:brush xml:id="br0">
      <inkml:brushProperty name="width" value="0.035" units="cm"/>
      <inkml:brushProperty name="height" value="0.035" units="cm"/>
    </inkml:brush>
  </inkml:definitions>
  <inkml:trace contextRef="#ctx0" brushRef="#br0">23 1 24575,'0'614'0,"0"-598"0,-2 0 0,-7 28 0,6-27 0,0 0 0,-2 21 0,5 3-1365,0-22-5461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528A12-5913-4595-A734-66EC1669FF2A}" type="datetimeFigureOut">
              <a:rPr lang="en-US" smtClean="0"/>
              <a:t>7/17/2025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2EC753-FF25-4A67-B4F8-239BF278DDA8}" type="slidenum">
              <a:rPr lang="en-US" smtClean="0"/>
              <a:t>‹#›</a:t>
            </a:fld>
            <a:endParaRPr lang="en-US"/>
          </a:p>
        </p:txBody>
      </p:sp>
    </p:spTree>
    <p:extLst>
      <p:ext uri="{BB962C8B-B14F-4D97-AF65-F5344CB8AC3E}">
        <p14:creationId xmlns:p14="http://schemas.microsoft.com/office/powerpoint/2010/main" val="6837984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0A555-F578-7DB9-9E6B-192F313E7D4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4466FDC-4513-C9A9-6D1B-72D5F47B2B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074C945-DEA9-A366-BDD0-150B91854714}"/>
              </a:ext>
            </a:extLst>
          </p:cNvPr>
          <p:cNvSpPr>
            <a:spLocks noGrp="1"/>
          </p:cNvSpPr>
          <p:nvPr>
            <p:ph type="dt" sz="half" idx="10"/>
          </p:nvPr>
        </p:nvSpPr>
        <p:spPr/>
        <p:txBody>
          <a:bodyPr/>
          <a:lstStyle/>
          <a:p>
            <a:fld id="{19C809B7-C253-4E29-A19B-7AC1E3354C71}" type="datetimeFigureOut">
              <a:rPr lang="en-US" smtClean="0"/>
              <a:t>7/17/2025</a:t>
            </a:fld>
            <a:endParaRPr lang="en-US"/>
          </a:p>
        </p:txBody>
      </p:sp>
      <p:sp>
        <p:nvSpPr>
          <p:cNvPr id="5" name="Footer Placeholder 4">
            <a:extLst>
              <a:ext uri="{FF2B5EF4-FFF2-40B4-BE49-F238E27FC236}">
                <a16:creationId xmlns:a16="http://schemas.microsoft.com/office/drawing/2014/main" id="{F30829D9-A93F-E2F5-896A-C61E769B60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E3BC8B-29C4-F741-1851-97B6C4E80763}"/>
              </a:ext>
            </a:extLst>
          </p:cNvPr>
          <p:cNvSpPr>
            <a:spLocks noGrp="1"/>
          </p:cNvSpPr>
          <p:nvPr>
            <p:ph type="sldNum" sz="quarter" idx="12"/>
          </p:nvPr>
        </p:nvSpPr>
        <p:spPr/>
        <p:txBody>
          <a:bodyPr/>
          <a:lstStyle/>
          <a:p>
            <a:fld id="{63AB422C-F9F6-4849-913E-49FD49BE1472}" type="slidenum">
              <a:rPr lang="en-US" smtClean="0"/>
              <a:t>‹#›</a:t>
            </a:fld>
            <a:endParaRPr lang="en-US"/>
          </a:p>
        </p:txBody>
      </p:sp>
    </p:spTree>
    <p:extLst>
      <p:ext uri="{BB962C8B-B14F-4D97-AF65-F5344CB8AC3E}">
        <p14:creationId xmlns:p14="http://schemas.microsoft.com/office/powerpoint/2010/main" val="2535534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08791-5270-B88E-D136-89201010EFE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1AD891A-C46B-D9F9-0B7A-4CE6832847F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58CDC1-A57A-1DDD-C59A-6DFA014C159E}"/>
              </a:ext>
            </a:extLst>
          </p:cNvPr>
          <p:cNvSpPr>
            <a:spLocks noGrp="1"/>
          </p:cNvSpPr>
          <p:nvPr>
            <p:ph type="dt" sz="half" idx="10"/>
          </p:nvPr>
        </p:nvSpPr>
        <p:spPr/>
        <p:txBody>
          <a:bodyPr/>
          <a:lstStyle/>
          <a:p>
            <a:fld id="{19C809B7-C253-4E29-A19B-7AC1E3354C71}" type="datetimeFigureOut">
              <a:rPr lang="en-US" smtClean="0"/>
              <a:t>7/17/2025</a:t>
            </a:fld>
            <a:endParaRPr lang="en-US"/>
          </a:p>
        </p:txBody>
      </p:sp>
      <p:sp>
        <p:nvSpPr>
          <p:cNvPr id="5" name="Footer Placeholder 4">
            <a:extLst>
              <a:ext uri="{FF2B5EF4-FFF2-40B4-BE49-F238E27FC236}">
                <a16:creationId xmlns:a16="http://schemas.microsoft.com/office/drawing/2014/main" id="{21F21EBF-AC4D-0772-EFAC-EBD1DC93BC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6263AF-208C-0B4C-2B8B-3ED0FB099913}"/>
              </a:ext>
            </a:extLst>
          </p:cNvPr>
          <p:cNvSpPr>
            <a:spLocks noGrp="1"/>
          </p:cNvSpPr>
          <p:nvPr>
            <p:ph type="sldNum" sz="quarter" idx="12"/>
          </p:nvPr>
        </p:nvSpPr>
        <p:spPr/>
        <p:txBody>
          <a:bodyPr/>
          <a:lstStyle/>
          <a:p>
            <a:fld id="{63AB422C-F9F6-4849-913E-49FD49BE1472}" type="slidenum">
              <a:rPr lang="en-US" smtClean="0"/>
              <a:t>‹#›</a:t>
            </a:fld>
            <a:endParaRPr lang="en-US"/>
          </a:p>
        </p:txBody>
      </p:sp>
    </p:spTree>
    <p:extLst>
      <p:ext uri="{BB962C8B-B14F-4D97-AF65-F5344CB8AC3E}">
        <p14:creationId xmlns:p14="http://schemas.microsoft.com/office/powerpoint/2010/main" val="12683611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564FC-F3FF-907C-C95D-D9397C18B61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8695715-CF54-408E-AD17-1EC4B173BB4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2B1BBFF-67F5-5A6D-87C9-CB062792C497}"/>
              </a:ext>
            </a:extLst>
          </p:cNvPr>
          <p:cNvSpPr>
            <a:spLocks noGrp="1"/>
          </p:cNvSpPr>
          <p:nvPr>
            <p:ph type="dt" sz="half" idx="10"/>
          </p:nvPr>
        </p:nvSpPr>
        <p:spPr/>
        <p:txBody>
          <a:bodyPr/>
          <a:lstStyle/>
          <a:p>
            <a:fld id="{19C809B7-C253-4E29-A19B-7AC1E3354C71}" type="datetimeFigureOut">
              <a:rPr lang="en-US" smtClean="0"/>
              <a:t>7/17/2025</a:t>
            </a:fld>
            <a:endParaRPr lang="en-US"/>
          </a:p>
        </p:txBody>
      </p:sp>
      <p:sp>
        <p:nvSpPr>
          <p:cNvPr id="5" name="Footer Placeholder 4">
            <a:extLst>
              <a:ext uri="{FF2B5EF4-FFF2-40B4-BE49-F238E27FC236}">
                <a16:creationId xmlns:a16="http://schemas.microsoft.com/office/drawing/2014/main" id="{CACEFCE4-FC50-EDF3-5FAE-1F9630CDCA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CA7BEA-AF12-CE23-3B01-A815D1BD413F}"/>
              </a:ext>
            </a:extLst>
          </p:cNvPr>
          <p:cNvSpPr>
            <a:spLocks noGrp="1"/>
          </p:cNvSpPr>
          <p:nvPr>
            <p:ph type="sldNum" sz="quarter" idx="12"/>
          </p:nvPr>
        </p:nvSpPr>
        <p:spPr/>
        <p:txBody>
          <a:bodyPr/>
          <a:lstStyle/>
          <a:p>
            <a:fld id="{63AB422C-F9F6-4849-913E-49FD49BE1472}" type="slidenum">
              <a:rPr lang="en-US" smtClean="0"/>
              <a:t>‹#›</a:t>
            </a:fld>
            <a:endParaRPr lang="en-US"/>
          </a:p>
        </p:txBody>
      </p:sp>
    </p:spTree>
    <p:extLst>
      <p:ext uri="{BB962C8B-B14F-4D97-AF65-F5344CB8AC3E}">
        <p14:creationId xmlns:p14="http://schemas.microsoft.com/office/powerpoint/2010/main" val="41471307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FB117-5012-B1FF-626E-C3DEDAC6B01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ED4DC5-EC67-3D77-4EEF-C53A24F891C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9DC4ED-09A7-9146-7D7C-4839E6BA81A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B83580B-64AE-3A65-E7E4-81C4B064CC5B}"/>
              </a:ext>
            </a:extLst>
          </p:cNvPr>
          <p:cNvSpPr>
            <a:spLocks noGrp="1"/>
          </p:cNvSpPr>
          <p:nvPr>
            <p:ph type="dt" sz="half" idx="10"/>
          </p:nvPr>
        </p:nvSpPr>
        <p:spPr/>
        <p:txBody>
          <a:bodyPr/>
          <a:lstStyle/>
          <a:p>
            <a:fld id="{19C809B7-C253-4E29-A19B-7AC1E3354C71}" type="datetimeFigureOut">
              <a:rPr lang="en-US" smtClean="0"/>
              <a:t>7/17/2025</a:t>
            </a:fld>
            <a:endParaRPr lang="en-US"/>
          </a:p>
        </p:txBody>
      </p:sp>
      <p:sp>
        <p:nvSpPr>
          <p:cNvPr id="6" name="Footer Placeholder 5">
            <a:extLst>
              <a:ext uri="{FF2B5EF4-FFF2-40B4-BE49-F238E27FC236}">
                <a16:creationId xmlns:a16="http://schemas.microsoft.com/office/drawing/2014/main" id="{5FB20B57-F67A-AB9B-83FD-066BCB4A0F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98CA84-A07C-F5AB-00D9-45D6ACF79770}"/>
              </a:ext>
            </a:extLst>
          </p:cNvPr>
          <p:cNvSpPr>
            <a:spLocks noGrp="1"/>
          </p:cNvSpPr>
          <p:nvPr>
            <p:ph type="sldNum" sz="quarter" idx="12"/>
          </p:nvPr>
        </p:nvSpPr>
        <p:spPr/>
        <p:txBody>
          <a:bodyPr/>
          <a:lstStyle/>
          <a:p>
            <a:fld id="{63AB422C-F9F6-4849-913E-49FD49BE1472}" type="slidenum">
              <a:rPr lang="en-US" smtClean="0"/>
              <a:t>‹#›</a:t>
            </a:fld>
            <a:endParaRPr lang="en-US"/>
          </a:p>
        </p:txBody>
      </p:sp>
    </p:spTree>
    <p:extLst>
      <p:ext uri="{BB962C8B-B14F-4D97-AF65-F5344CB8AC3E}">
        <p14:creationId xmlns:p14="http://schemas.microsoft.com/office/powerpoint/2010/main" val="26755174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8083B-173E-1880-10DC-7BA7748E218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BC1BCA5-6693-C29A-2BD9-2F66A21C61B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75C95C7-8DE9-F7FF-8C32-47E3DA85225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196978D-FA6F-7766-0316-A7B04ECC4A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31C27BB-F8C2-FB60-A6FE-439B1BF3EB5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9ECD767-DD1E-4C35-8072-70568771EC43}"/>
              </a:ext>
            </a:extLst>
          </p:cNvPr>
          <p:cNvSpPr>
            <a:spLocks noGrp="1"/>
          </p:cNvSpPr>
          <p:nvPr>
            <p:ph type="dt" sz="half" idx="10"/>
          </p:nvPr>
        </p:nvSpPr>
        <p:spPr/>
        <p:txBody>
          <a:bodyPr/>
          <a:lstStyle/>
          <a:p>
            <a:fld id="{19C809B7-C253-4E29-A19B-7AC1E3354C71}" type="datetimeFigureOut">
              <a:rPr lang="en-US" smtClean="0"/>
              <a:t>7/17/2025</a:t>
            </a:fld>
            <a:endParaRPr lang="en-US"/>
          </a:p>
        </p:txBody>
      </p:sp>
      <p:sp>
        <p:nvSpPr>
          <p:cNvPr id="8" name="Footer Placeholder 7">
            <a:extLst>
              <a:ext uri="{FF2B5EF4-FFF2-40B4-BE49-F238E27FC236}">
                <a16:creationId xmlns:a16="http://schemas.microsoft.com/office/drawing/2014/main" id="{6F421EA1-988A-E901-7FF9-2A0FC61A80B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E4BC7C3-55CE-26F4-A8E0-E367538FDCF1}"/>
              </a:ext>
            </a:extLst>
          </p:cNvPr>
          <p:cNvSpPr>
            <a:spLocks noGrp="1"/>
          </p:cNvSpPr>
          <p:nvPr>
            <p:ph type="sldNum" sz="quarter" idx="12"/>
          </p:nvPr>
        </p:nvSpPr>
        <p:spPr/>
        <p:txBody>
          <a:bodyPr/>
          <a:lstStyle/>
          <a:p>
            <a:fld id="{63AB422C-F9F6-4849-913E-49FD49BE1472}" type="slidenum">
              <a:rPr lang="en-US" smtClean="0"/>
              <a:t>‹#›</a:t>
            </a:fld>
            <a:endParaRPr lang="en-US"/>
          </a:p>
        </p:txBody>
      </p:sp>
    </p:spTree>
    <p:extLst>
      <p:ext uri="{BB962C8B-B14F-4D97-AF65-F5344CB8AC3E}">
        <p14:creationId xmlns:p14="http://schemas.microsoft.com/office/powerpoint/2010/main" val="13123128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740D5-1EAB-DD4F-32A4-DBC138B3BB1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6768B23-F4C3-4813-E596-8516CCF1EB18}"/>
              </a:ext>
            </a:extLst>
          </p:cNvPr>
          <p:cNvSpPr>
            <a:spLocks noGrp="1"/>
          </p:cNvSpPr>
          <p:nvPr>
            <p:ph type="dt" sz="half" idx="10"/>
          </p:nvPr>
        </p:nvSpPr>
        <p:spPr/>
        <p:txBody>
          <a:bodyPr/>
          <a:lstStyle/>
          <a:p>
            <a:fld id="{19C809B7-C253-4E29-A19B-7AC1E3354C71}" type="datetimeFigureOut">
              <a:rPr lang="en-US" smtClean="0"/>
              <a:t>7/17/2025</a:t>
            </a:fld>
            <a:endParaRPr lang="en-US"/>
          </a:p>
        </p:txBody>
      </p:sp>
      <p:sp>
        <p:nvSpPr>
          <p:cNvPr id="4" name="Footer Placeholder 3">
            <a:extLst>
              <a:ext uri="{FF2B5EF4-FFF2-40B4-BE49-F238E27FC236}">
                <a16:creationId xmlns:a16="http://schemas.microsoft.com/office/drawing/2014/main" id="{F9188DBE-AA92-0D12-0713-5A657913A03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0B18A4B-DAC7-EE77-B045-0C25175632E8}"/>
              </a:ext>
            </a:extLst>
          </p:cNvPr>
          <p:cNvSpPr>
            <a:spLocks noGrp="1"/>
          </p:cNvSpPr>
          <p:nvPr>
            <p:ph type="sldNum" sz="quarter" idx="12"/>
          </p:nvPr>
        </p:nvSpPr>
        <p:spPr/>
        <p:txBody>
          <a:bodyPr/>
          <a:lstStyle/>
          <a:p>
            <a:fld id="{63AB422C-F9F6-4849-913E-49FD49BE1472}" type="slidenum">
              <a:rPr lang="en-US" smtClean="0"/>
              <a:t>‹#›</a:t>
            </a:fld>
            <a:endParaRPr lang="en-US"/>
          </a:p>
        </p:txBody>
      </p:sp>
    </p:spTree>
    <p:extLst>
      <p:ext uri="{BB962C8B-B14F-4D97-AF65-F5344CB8AC3E}">
        <p14:creationId xmlns:p14="http://schemas.microsoft.com/office/powerpoint/2010/main" val="18061368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7214375-DD5D-6B69-150F-D5D2F2288068}"/>
              </a:ext>
            </a:extLst>
          </p:cNvPr>
          <p:cNvSpPr>
            <a:spLocks noGrp="1"/>
          </p:cNvSpPr>
          <p:nvPr>
            <p:ph type="dt" sz="half" idx="10"/>
          </p:nvPr>
        </p:nvSpPr>
        <p:spPr/>
        <p:txBody>
          <a:bodyPr/>
          <a:lstStyle/>
          <a:p>
            <a:fld id="{19C809B7-C253-4E29-A19B-7AC1E3354C71}" type="datetimeFigureOut">
              <a:rPr lang="en-US" smtClean="0"/>
              <a:t>7/17/2025</a:t>
            </a:fld>
            <a:endParaRPr lang="en-US"/>
          </a:p>
        </p:txBody>
      </p:sp>
      <p:sp>
        <p:nvSpPr>
          <p:cNvPr id="3" name="Footer Placeholder 2">
            <a:extLst>
              <a:ext uri="{FF2B5EF4-FFF2-40B4-BE49-F238E27FC236}">
                <a16:creationId xmlns:a16="http://schemas.microsoft.com/office/drawing/2014/main" id="{A721C091-3C65-BF6C-F335-A9B30A7878C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339F99B-7C60-B2B8-9143-FE5BBE97ACFC}"/>
              </a:ext>
            </a:extLst>
          </p:cNvPr>
          <p:cNvSpPr>
            <a:spLocks noGrp="1"/>
          </p:cNvSpPr>
          <p:nvPr>
            <p:ph type="sldNum" sz="quarter" idx="12"/>
          </p:nvPr>
        </p:nvSpPr>
        <p:spPr/>
        <p:txBody>
          <a:bodyPr/>
          <a:lstStyle/>
          <a:p>
            <a:fld id="{63AB422C-F9F6-4849-913E-49FD49BE1472}" type="slidenum">
              <a:rPr lang="en-US" smtClean="0"/>
              <a:t>‹#›</a:t>
            </a:fld>
            <a:endParaRPr lang="en-US"/>
          </a:p>
        </p:txBody>
      </p:sp>
    </p:spTree>
    <p:extLst>
      <p:ext uri="{BB962C8B-B14F-4D97-AF65-F5344CB8AC3E}">
        <p14:creationId xmlns:p14="http://schemas.microsoft.com/office/powerpoint/2010/main" val="34388682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821C9-89C4-A73B-CC9B-EF7632F43E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E0751C4-5A1F-E174-5AE2-F5D79D0A8F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80B3E5F-4783-A808-8798-8C3208A33C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368BAC-58CE-84E3-36FB-7892AB9CDDE2}"/>
              </a:ext>
            </a:extLst>
          </p:cNvPr>
          <p:cNvSpPr>
            <a:spLocks noGrp="1"/>
          </p:cNvSpPr>
          <p:nvPr>
            <p:ph type="dt" sz="half" idx="10"/>
          </p:nvPr>
        </p:nvSpPr>
        <p:spPr/>
        <p:txBody>
          <a:bodyPr/>
          <a:lstStyle/>
          <a:p>
            <a:fld id="{19C809B7-C253-4E29-A19B-7AC1E3354C71}" type="datetimeFigureOut">
              <a:rPr lang="en-US" smtClean="0"/>
              <a:t>7/17/2025</a:t>
            </a:fld>
            <a:endParaRPr lang="en-US"/>
          </a:p>
        </p:txBody>
      </p:sp>
      <p:sp>
        <p:nvSpPr>
          <p:cNvPr id="6" name="Footer Placeholder 5">
            <a:extLst>
              <a:ext uri="{FF2B5EF4-FFF2-40B4-BE49-F238E27FC236}">
                <a16:creationId xmlns:a16="http://schemas.microsoft.com/office/drawing/2014/main" id="{0958CCDA-57F2-B0E2-925A-518F421389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AC5A09E-1D45-B5DA-6C2E-3FF19FD7806D}"/>
              </a:ext>
            </a:extLst>
          </p:cNvPr>
          <p:cNvSpPr>
            <a:spLocks noGrp="1"/>
          </p:cNvSpPr>
          <p:nvPr>
            <p:ph type="sldNum" sz="quarter" idx="12"/>
          </p:nvPr>
        </p:nvSpPr>
        <p:spPr/>
        <p:txBody>
          <a:bodyPr/>
          <a:lstStyle/>
          <a:p>
            <a:fld id="{63AB422C-F9F6-4849-913E-49FD49BE1472}" type="slidenum">
              <a:rPr lang="en-US" smtClean="0"/>
              <a:t>‹#›</a:t>
            </a:fld>
            <a:endParaRPr lang="en-US"/>
          </a:p>
        </p:txBody>
      </p:sp>
    </p:spTree>
    <p:extLst>
      <p:ext uri="{BB962C8B-B14F-4D97-AF65-F5344CB8AC3E}">
        <p14:creationId xmlns:p14="http://schemas.microsoft.com/office/powerpoint/2010/main" val="42026560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91BFC-0A53-1EB3-6B08-A062BC496D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5AF9778-2E3E-61E8-CA5D-6EC0165D1F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93DD19F-56BF-E005-6621-F19DA3F7A2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8E3014-402E-6BC5-44EA-07E114B812E0}"/>
              </a:ext>
            </a:extLst>
          </p:cNvPr>
          <p:cNvSpPr>
            <a:spLocks noGrp="1"/>
          </p:cNvSpPr>
          <p:nvPr>
            <p:ph type="dt" sz="half" idx="10"/>
          </p:nvPr>
        </p:nvSpPr>
        <p:spPr/>
        <p:txBody>
          <a:bodyPr/>
          <a:lstStyle/>
          <a:p>
            <a:fld id="{19C809B7-C253-4E29-A19B-7AC1E3354C71}" type="datetimeFigureOut">
              <a:rPr lang="en-US" smtClean="0"/>
              <a:t>7/17/2025</a:t>
            </a:fld>
            <a:endParaRPr lang="en-US"/>
          </a:p>
        </p:txBody>
      </p:sp>
      <p:sp>
        <p:nvSpPr>
          <p:cNvPr id="6" name="Footer Placeholder 5">
            <a:extLst>
              <a:ext uri="{FF2B5EF4-FFF2-40B4-BE49-F238E27FC236}">
                <a16:creationId xmlns:a16="http://schemas.microsoft.com/office/drawing/2014/main" id="{B48A079A-026E-B1D4-C70D-47D329A5670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4E92F1-C7CD-32B4-B318-B78C06C6B7EF}"/>
              </a:ext>
            </a:extLst>
          </p:cNvPr>
          <p:cNvSpPr>
            <a:spLocks noGrp="1"/>
          </p:cNvSpPr>
          <p:nvPr>
            <p:ph type="sldNum" sz="quarter" idx="12"/>
          </p:nvPr>
        </p:nvSpPr>
        <p:spPr/>
        <p:txBody>
          <a:bodyPr/>
          <a:lstStyle/>
          <a:p>
            <a:fld id="{63AB422C-F9F6-4849-913E-49FD49BE1472}" type="slidenum">
              <a:rPr lang="en-US" smtClean="0"/>
              <a:t>‹#›</a:t>
            </a:fld>
            <a:endParaRPr lang="en-US"/>
          </a:p>
        </p:txBody>
      </p:sp>
    </p:spTree>
    <p:extLst>
      <p:ext uri="{BB962C8B-B14F-4D97-AF65-F5344CB8AC3E}">
        <p14:creationId xmlns:p14="http://schemas.microsoft.com/office/powerpoint/2010/main" val="20250594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1F527-249F-E18F-0B53-03EA710F859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B114E25-71D8-962A-27C2-CE33C1929B2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D78825-111E-527A-31F1-4BBFBFC9413F}"/>
              </a:ext>
            </a:extLst>
          </p:cNvPr>
          <p:cNvSpPr>
            <a:spLocks noGrp="1"/>
          </p:cNvSpPr>
          <p:nvPr>
            <p:ph type="dt" sz="half" idx="10"/>
          </p:nvPr>
        </p:nvSpPr>
        <p:spPr/>
        <p:txBody>
          <a:bodyPr/>
          <a:lstStyle/>
          <a:p>
            <a:fld id="{19C809B7-C253-4E29-A19B-7AC1E3354C71}" type="datetimeFigureOut">
              <a:rPr lang="en-US" smtClean="0"/>
              <a:t>7/17/2025</a:t>
            </a:fld>
            <a:endParaRPr lang="en-US"/>
          </a:p>
        </p:txBody>
      </p:sp>
      <p:sp>
        <p:nvSpPr>
          <p:cNvPr id="5" name="Footer Placeholder 4">
            <a:extLst>
              <a:ext uri="{FF2B5EF4-FFF2-40B4-BE49-F238E27FC236}">
                <a16:creationId xmlns:a16="http://schemas.microsoft.com/office/drawing/2014/main" id="{EF067ACE-A75B-89A2-02AD-5538CF5554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F7F703-78A0-4F38-FB09-81389162D080}"/>
              </a:ext>
            </a:extLst>
          </p:cNvPr>
          <p:cNvSpPr>
            <a:spLocks noGrp="1"/>
          </p:cNvSpPr>
          <p:nvPr>
            <p:ph type="sldNum" sz="quarter" idx="12"/>
          </p:nvPr>
        </p:nvSpPr>
        <p:spPr/>
        <p:txBody>
          <a:bodyPr/>
          <a:lstStyle/>
          <a:p>
            <a:fld id="{63AB422C-F9F6-4849-913E-49FD49BE1472}" type="slidenum">
              <a:rPr lang="en-US" smtClean="0"/>
              <a:t>‹#›</a:t>
            </a:fld>
            <a:endParaRPr lang="en-US"/>
          </a:p>
        </p:txBody>
      </p:sp>
    </p:spTree>
    <p:extLst>
      <p:ext uri="{BB962C8B-B14F-4D97-AF65-F5344CB8AC3E}">
        <p14:creationId xmlns:p14="http://schemas.microsoft.com/office/powerpoint/2010/main" val="3214548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CE3BD0-C782-7451-620D-92AAA636421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6B04581-78CF-7C4F-C451-8FED3B15F4B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C94174-CBB1-A929-FE92-BCFE4C6BBF00}"/>
              </a:ext>
            </a:extLst>
          </p:cNvPr>
          <p:cNvSpPr>
            <a:spLocks noGrp="1"/>
          </p:cNvSpPr>
          <p:nvPr>
            <p:ph type="dt" sz="half" idx="10"/>
          </p:nvPr>
        </p:nvSpPr>
        <p:spPr/>
        <p:txBody>
          <a:bodyPr/>
          <a:lstStyle/>
          <a:p>
            <a:fld id="{19C809B7-C253-4E29-A19B-7AC1E3354C71}" type="datetimeFigureOut">
              <a:rPr lang="en-US" smtClean="0"/>
              <a:t>7/17/2025</a:t>
            </a:fld>
            <a:endParaRPr lang="en-US"/>
          </a:p>
        </p:txBody>
      </p:sp>
      <p:sp>
        <p:nvSpPr>
          <p:cNvPr id="5" name="Footer Placeholder 4">
            <a:extLst>
              <a:ext uri="{FF2B5EF4-FFF2-40B4-BE49-F238E27FC236}">
                <a16:creationId xmlns:a16="http://schemas.microsoft.com/office/drawing/2014/main" id="{521220B5-34EF-6752-81AC-299E44EA13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D76792-256D-5718-B56E-975CED7D0E7A}"/>
              </a:ext>
            </a:extLst>
          </p:cNvPr>
          <p:cNvSpPr>
            <a:spLocks noGrp="1"/>
          </p:cNvSpPr>
          <p:nvPr>
            <p:ph type="sldNum" sz="quarter" idx="12"/>
          </p:nvPr>
        </p:nvSpPr>
        <p:spPr/>
        <p:txBody>
          <a:bodyPr/>
          <a:lstStyle/>
          <a:p>
            <a:fld id="{63AB422C-F9F6-4849-913E-49FD49BE1472}" type="slidenum">
              <a:rPr lang="en-US" smtClean="0"/>
              <a:t>‹#›</a:t>
            </a:fld>
            <a:endParaRPr lang="en-US"/>
          </a:p>
        </p:txBody>
      </p:sp>
    </p:spTree>
    <p:extLst>
      <p:ext uri="{BB962C8B-B14F-4D97-AF65-F5344CB8AC3E}">
        <p14:creationId xmlns:p14="http://schemas.microsoft.com/office/powerpoint/2010/main" val="19429301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543E378-C2D4-F026-729E-A353CB776EB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440E322-D0C2-9137-22ED-3AC34629BF8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4109D5-6627-0B8A-B3B7-C46BC1C4F49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9C809B7-C253-4E29-A19B-7AC1E3354C71}" type="datetimeFigureOut">
              <a:rPr lang="en-US" smtClean="0"/>
              <a:t>7/17/2025</a:t>
            </a:fld>
            <a:endParaRPr lang="en-US"/>
          </a:p>
        </p:txBody>
      </p:sp>
      <p:sp>
        <p:nvSpPr>
          <p:cNvPr id="5" name="Footer Placeholder 4">
            <a:extLst>
              <a:ext uri="{FF2B5EF4-FFF2-40B4-BE49-F238E27FC236}">
                <a16:creationId xmlns:a16="http://schemas.microsoft.com/office/drawing/2014/main" id="{4A90DBD0-9E02-3C10-B562-6D1D069124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1412468-7C06-C403-B8CB-8057C9CCEC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3AB422C-F9F6-4849-913E-49FD49BE1472}" type="slidenum">
              <a:rPr lang="en-US" smtClean="0"/>
              <a:t>‹#›</a:t>
            </a:fld>
            <a:endParaRPr lang="en-US"/>
          </a:p>
        </p:txBody>
      </p:sp>
    </p:spTree>
    <p:extLst>
      <p:ext uri="{BB962C8B-B14F-4D97-AF65-F5344CB8AC3E}">
        <p14:creationId xmlns:p14="http://schemas.microsoft.com/office/powerpoint/2010/main" val="26125305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3.png"/><Relationship Id="rId12" Type="http://schemas.openxmlformats.org/officeDocument/2006/relationships/customXml" Target="../ink/ink6.xml"/><Relationship Id="rId17" Type="http://schemas.openxmlformats.org/officeDocument/2006/relationships/image" Target="../media/image8.png"/><Relationship Id="rId2" Type="http://schemas.openxmlformats.org/officeDocument/2006/relationships/customXml" Target="../ink/ink1.xml"/><Relationship Id="rId16" Type="http://schemas.openxmlformats.org/officeDocument/2006/relationships/customXml" Target="../ink/ink8.xml"/><Relationship Id="rId1" Type="http://schemas.openxmlformats.org/officeDocument/2006/relationships/slideLayout" Target="../slideLayouts/slideLayout7.xml"/><Relationship Id="rId6" Type="http://schemas.openxmlformats.org/officeDocument/2006/relationships/customXml" Target="../ink/ink3.xml"/><Relationship Id="rId11" Type="http://schemas.openxmlformats.org/officeDocument/2006/relationships/image" Target="../media/image5.png"/><Relationship Id="rId5" Type="http://schemas.openxmlformats.org/officeDocument/2006/relationships/image" Target="../media/image2.png"/><Relationship Id="rId15" Type="http://schemas.openxmlformats.org/officeDocument/2006/relationships/image" Target="../media/image7.png"/><Relationship Id="rId10" Type="http://schemas.openxmlformats.org/officeDocument/2006/relationships/customXml" Target="../ink/ink5.xml"/><Relationship Id="rId4" Type="http://schemas.openxmlformats.org/officeDocument/2006/relationships/customXml" Target="../ink/ink2.xml"/><Relationship Id="rId9" Type="http://schemas.openxmlformats.org/officeDocument/2006/relationships/image" Target="../media/image4.png"/><Relationship Id="rId14" Type="http://schemas.openxmlformats.org/officeDocument/2006/relationships/customXml" Target="../ink/ink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05F30-1E75-0A75-213F-E5DCDC081EA1}"/>
              </a:ext>
            </a:extLst>
          </p:cNvPr>
          <p:cNvSpPr>
            <a:spLocks noGrp="1"/>
          </p:cNvSpPr>
          <p:nvPr>
            <p:ph type="ctrTitle"/>
          </p:nvPr>
        </p:nvSpPr>
        <p:spPr/>
        <p:txBody>
          <a:bodyPr/>
          <a:lstStyle/>
          <a:p>
            <a:r>
              <a:rPr lang="en-US" dirty="0"/>
              <a:t>Using RAG For Visual Maintenance</a:t>
            </a:r>
          </a:p>
        </p:txBody>
      </p:sp>
    </p:spTree>
    <p:extLst>
      <p:ext uri="{BB962C8B-B14F-4D97-AF65-F5344CB8AC3E}">
        <p14:creationId xmlns:p14="http://schemas.microsoft.com/office/powerpoint/2010/main" val="26368519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A56C0-1392-9EA0-15B5-CEABB5828C14}"/>
              </a:ext>
            </a:extLst>
          </p:cNvPr>
          <p:cNvSpPr txBox="1">
            <a:spLocks/>
          </p:cNvSpPr>
          <p:nvPr/>
        </p:nvSpPr>
        <p:spPr>
          <a:xfrm>
            <a:off x="1524000" y="1122362"/>
            <a:ext cx="9144000" cy="451127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General Outline of Process:</a:t>
            </a:r>
          </a:p>
          <a:p>
            <a:endParaRPr lang="en-US" dirty="0"/>
          </a:p>
          <a:p>
            <a:pPr marL="571500" indent="-571500">
              <a:buFont typeface="Arial" panose="020B0604020202020204" pitchFamily="34" charset="0"/>
              <a:buChar char="•"/>
            </a:pPr>
            <a:r>
              <a:rPr lang="en-US" sz="3200" dirty="0"/>
              <a:t>Create synthetic data with labeled metadata</a:t>
            </a:r>
          </a:p>
          <a:p>
            <a:pPr marL="571500" indent="-571500">
              <a:buFont typeface="Arial" panose="020B0604020202020204" pitchFamily="34" charset="0"/>
              <a:buChar char="•"/>
            </a:pPr>
            <a:r>
              <a:rPr lang="en-US" sz="3200" dirty="0"/>
              <a:t>Use CLIP and FAISS or Pinecone to create vector database</a:t>
            </a:r>
          </a:p>
          <a:p>
            <a:pPr marL="571500" indent="-571500">
              <a:buFont typeface="Arial" panose="020B0604020202020204" pitchFamily="34" charset="0"/>
              <a:buChar char="•"/>
            </a:pPr>
            <a:r>
              <a:rPr lang="en-US" sz="3200" dirty="0"/>
              <a:t>Process new images and extract most  similar metadata</a:t>
            </a:r>
          </a:p>
          <a:p>
            <a:pPr marL="571500" indent="-571500">
              <a:buFont typeface="Arial" panose="020B0604020202020204" pitchFamily="34" charset="0"/>
              <a:buChar char="•"/>
            </a:pPr>
            <a:r>
              <a:rPr lang="en-US" sz="3200" dirty="0"/>
              <a:t>Create new prompt for LLM</a:t>
            </a:r>
          </a:p>
          <a:p>
            <a:pPr marL="571500" indent="-571500">
              <a:buFont typeface="Arial" panose="020B0604020202020204" pitchFamily="34" charset="0"/>
              <a:buChar char="•"/>
            </a:pPr>
            <a:endParaRPr lang="en-US" dirty="0"/>
          </a:p>
          <a:p>
            <a:pPr marL="571500" indent="-571500">
              <a:buFont typeface="Arial" panose="020B0604020202020204" pitchFamily="34" charset="0"/>
              <a:buChar char="•"/>
            </a:pPr>
            <a:endParaRPr lang="en-US" dirty="0"/>
          </a:p>
          <a:p>
            <a:pPr marL="571500" indent="-571500">
              <a:buFont typeface="Arial" panose="020B0604020202020204" pitchFamily="34" charset="0"/>
              <a:buChar char="•"/>
            </a:pPr>
            <a:endParaRPr lang="en-US" dirty="0"/>
          </a:p>
        </p:txBody>
      </p:sp>
    </p:spTree>
    <p:extLst>
      <p:ext uri="{BB962C8B-B14F-4D97-AF65-F5344CB8AC3E}">
        <p14:creationId xmlns:p14="http://schemas.microsoft.com/office/powerpoint/2010/main" val="754004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764B8-62A8-E078-2FEF-F27BB62BD7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D374D9-6743-94F4-0DBC-E3A56D338497}"/>
              </a:ext>
            </a:extLst>
          </p:cNvPr>
          <p:cNvSpPr txBox="1">
            <a:spLocks/>
          </p:cNvSpPr>
          <p:nvPr/>
        </p:nvSpPr>
        <p:spPr>
          <a:xfrm>
            <a:off x="1524000" y="1122363"/>
            <a:ext cx="9144000" cy="23876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Example: We have a factory and want to use security camera footage to identify what maintenance needs to be done.</a:t>
            </a:r>
          </a:p>
          <a:p>
            <a:endParaRPr lang="en-US" dirty="0"/>
          </a:p>
          <a:p>
            <a:r>
              <a:rPr lang="en-US" dirty="0"/>
              <a:t>With RAG we can take stills from the camera, identify similar scenarios from our database and use an LLM to suggest actions.</a:t>
            </a:r>
          </a:p>
          <a:p>
            <a:endParaRPr lang="en-US" dirty="0"/>
          </a:p>
        </p:txBody>
      </p:sp>
    </p:spTree>
    <p:extLst>
      <p:ext uri="{BB962C8B-B14F-4D97-AF65-F5344CB8AC3E}">
        <p14:creationId xmlns:p14="http://schemas.microsoft.com/office/powerpoint/2010/main" val="9662722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A6DC8E8C-C664-EC93-1B7E-66AE2C13F52D}"/>
              </a:ext>
            </a:extLst>
          </p:cNvPr>
          <p:cNvGrpSpPr/>
          <p:nvPr/>
        </p:nvGrpSpPr>
        <p:grpSpPr>
          <a:xfrm>
            <a:off x="1196340" y="1432560"/>
            <a:ext cx="8869680" cy="4398824"/>
            <a:chOff x="281940" y="541020"/>
            <a:chExt cx="8877300" cy="5145584"/>
          </a:xfrm>
        </p:grpSpPr>
        <p:sp>
          <p:nvSpPr>
            <p:cNvPr id="2" name="TextBox 1">
              <a:extLst>
                <a:ext uri="{FF2B5EF4-FFF2-40B4-BE49-F238E27FC236}">
                  <a16:creationId xmlns:a16="http://schemas.microsoft.com/office/drawing/2014/main" id="{97CBFABE-D02F-45F6-C1FA-7C2790767BE9}"/>
                </a:ext>
              </a:extLst>
            </p:cNvPr>
            <p:cNvSpPr txBox="1"/>
            <p:nvPr/>
          </p:nvSpPr>
          <p:spPr>
            <a:xfrm>
              <a:off x="281940" y="541020"/>
              <a:ext cx="2461260" cy="1169551"/>
            </a:xfrm>
            <a:prstGeom prst="rect">
              <a:avLst/>
            </a:prstGeom>
            <a:noFill/>
            <a:ln>
              <a:solidFill>
                <a:schemeClr val="tx1"/>
              </a:solidFill>
            </a:ln>
          </p:spPr>
          <p:txBody>
            <a:bodyPr wrap="square" rtlCol="0">
              <a:spAutoFit/>
            </a:bodyPr>
            <a:lstStyle/>
            <a:p>
              <a:r>
                <a:rPr lang="en-US" sz="1400" dirty="0"/>
                <a:t>Create synthetic data of factory parts with metadata describing the condition and appropriate action to take</a:t>
              </a:r>
            </a:p>
            <a:p>
              <a:endParaRPr lang="en-US" sz="1400" dirty="0"/>
            </a:p>
          </p:txBody>
        </p:sp>
        <p:sp>
          <p:nvSpPr>
            <p:cNvPr id="3" name="TextBox 2">
              <a:extLst>
                <a:ext uri="{FF2B5EF4-FFF2-40B4-BE49-F238E27FC236}">
                  <a16:creationId xmlns:a16="http://schemas.microsoft.com/office/drawing/2014/main" id="{CDD8A6F5-135F-516A-3CD5-A899A8128E4A}"/>
                </a:ext>
              </a:extLst>
            </p:cNvPr>
            <p:cNvSpPr txBox="1"/>
            <p:nvPr/>
          </p:nvSpPr>
          <p:spPr>
            <a:xfrm>
              <a:off x="3291840" y="541020"/>
              <a:ext cx="2461260" cy="1169551"/>
            </a:xfrm>
            <a:prstGeom prst="rect">
              <a:avLst/>
            </a:prstGeom>
            <a:noFill/>
            <a:ln>
              <a:solidFill>
                <a:schemeClr val="tx1"/>
              </a:solidFill>
            </a:ln>
          </p:spPr>
          <p:txBody>
            <a:bodyPr wrap="square" rtlCol="0">
              <a:spAutoFit/>
            </a:bodyPr>
            <a:lstStyle/>
            <a:p>
              <a:endParaRPr lang="en-US" sz="1400" dirty="0"/>
            </a:p>
            <a:p>
              <a:endParaRPr lang="en-US" sz="1400" dirty="0"/>
            </a:p>
            <a:p>
              <a:r>
                <a:rPr lang="en-US" sz="1400" dirty="0"/>
                <a:t>Embed images into vectors</a:t>
              </a:r>
            </a:p>
            <a:p>
              <a:endParaRPr lang="en-US" sz="1400" dirty="0"/>
            </a:p>
            <a:p>
              <a:endParaRPr lang="en-US" sz="1400" dirty="0"/>
            </a:p>
          </p:txBody>
        </p:sp>
        <p:sp>
          <p:nvSpPr>
            <p:cNvPr id="5" name="TextBox 4">
              <a:extLst>
                <a:ext uri="{FF2B5EF4-FFF2-40B4-BE49-F238E27FC236}">
                  <a16:creationId xmlns:a16="http://schemas.microsoft.com/office/drawing/2014/main" id="{0D3FD967-FF84-E972-E7C0-AB6DCEDB1E5B}"/>
                </a:ext>
              </a:extLst>
            </p:cNvPr>
            <p:cNvSpPr txBox="1"/>
            <p:nvPr/>
          </p:nvSpPr>
          <p:spPr>
            <a:xfrm>
              <a:off x="6697980" y="541020"/>
              <a:ext cx="2461260" cy="1169551"/>
            </a:xfrm>
            <a:prstGeom prst="rect">
              <a:avLst/>
            </a:prstGeom>
            <a:noFill/>
            <a:ln>
              <a:solidFill>
                <a:schemeClr val="tx1"/>
              </a:solidFill>
            </a:ln>
          </p:spPr>
          <p:txBody>
            <a:bodyPr wrap="square" rtlCol="0">
              <a:spAutoFit/>
            </a:bodyPr>
            <a:lstStyle/>
            <a:p>
              <a:endParaRPr lang="en-US" sz="1400" dirty="0"/>
            </a:p>
            <a:p>
              <a:endParaRPr lang="en-US" sz="1400" dirty="0"/>
            </a:p>
            <a:p>
              <a:r>
                <a:rPr lang="en-US" sz="1400" dirty="0"/>
                <a:t>Create vector database</a:t>
              </a:r>
            </a:p>
            <a:p>
              <a:endParaRPr lang="en-US" sz="1400" dirty="0"/>
            </a:p>
            <a:p>
              <a:endParaRPr lang="en-US" sz="1400" dirty="0"/>
            </a:p>
          </p:txBody>
        </p:sp>
        <p:sp>
          <p:nvSpPr>
            <p:cNvPr id="6" name="TextBox 5">
              <a:extLst>
                <a:ext uri="{FF2B5EF4-FFF2-40B4-BE49-F238E27FC236}">
                  <a16:creationId xmlns:a16="http://schemas.microsoft.com/office/drawing/2014/main" id="{CD2D8585-537D-1260-CC25-59A26C52B97B}"/>
                </a:ext>
              </a:extLst>
            </p:cNvPr>
            <p:cNvSpPr txBox="1"/>
            <p:nvPr/>
          </p:nvSpPr>
          <p:spPr>
            <a:xfrm>
              <a:off x="6697980" y="2259449"/>
              <a:ext cx="2461260" cy="1600438"/>
            </a:xfrm>
            <a:prstGeom prst="rect">
              <a:avLst/>
            </a:prstGeom>
            <a:noFill/>
            <a:ln>
              <a:solidFill>
                <a:schemeClr val="tx1"/>
              </a:solidFill>
            </a:ln>
          </p:spPr>
          <p:txBody>
            <a:bodyPr wrap="square" rtlCol="0">
              <a:spAutoFit/>
            </a:bodyPr>
            <a:lstStyle/>
            <a:p>
              <a:endParaRPr lang="en-US" sz="1400" dirty="0"/>
            </a:p>
            <a:p>
              <a:endParaRPr lang="en-US" sz="1400" dirty="0"/>
            </a:p>
            <a:p>
              <a:r>
                <a:rPr lang="en-US" sz="1400" dirty="0"/>
                <a:t>Embed security camera footage of our factory parts into a vector</a:t>
              </a:r>
            </a:p>
            <a:p>
              <a:endParaRPr lang="en-US" sz="1400" dirty="0"/>
            </a:p>
            <a:p>
              <a:endParaRPr lang="en-US" sz="1400" dirty="0"/>
            </a:p>
          </p:txBody>
        </p:sp>
        <p:sp>
          <p:nvSpPr>
            <p:cNvPr id="7" name="TextBox 6">
              <a:extLst>
                <a:ext uri="{FF2B5EF4-FFF2-40B4-BE49-F238E27FC236}">
                  <a16:creationId xmlns:a16="http://schemas.microsoft.com/office/drawing/2014/main" id="{1C393520-6FF3-E8AE-25A6-C1D72135F7FE}"/>
                </a:ext>
              </a:extLst>
            </p:cNvPr>
            <p:cNvSpPr txBox="1"/>
            <p:nvPr/>
          </p:nvSpPr>
          <p:spPr>
            <a:xfrm>
              <a:off x="3291840" y="2259449"/>
              <a:ext cx="2461260" cy="1600438"/>
            </a:xfrm>
            <a:prstGeom prst="rect">
              <a:avLst/>
            </a:prstGeom>
            <a:noFill/>
            <a:ln>
              <a:solidFill>
                <a:schemeClr val="tx1"/>
              </a:solidFill>
            </a:ln>
          </p:spPr>
          <p:txBody>
            <a:bodyPr wrap="square" rtlCol="0">
              <a:spAutoFit/>
            </a:bodyPr>
            <a:lstStyle/>
            <a:p>
              <a:endParaRPr lang="en-US" sz="1400" dirty="0"/>
            </a:p>
            <a:p>
              <a:endParaRPr lang="en-US" sz="1400" dirty="0"/>
            </a:p>
            <a:p>
              <a:r>
                <a:rPr lang="en-US" sz="1400" dirty="0"/>
                <a:t>Search for the top </a:t>
              </a:r>
              <a:r>
                <a:rPr lang="en-US" sz="1400" i="1" dirty="0"/>
                <a:t>k</a:t>
              </a:r>
              <a:r>
                <a:rPr lang="en-US" sz="1400" dirty="0"/>
                <a:t> many similar vectors</a:t>
              </a:r>
            </a:p>
            <a:p>
              <a:endParaRPr lang="en-US" sz="1400" dirty="0"/>
            </a:p>
            <a:p>
              <a:endParaRPr lang="en-US" sz="1400" dirty="0"/>
            </a:p>
            <a:p>
              <a:endParaRPr lang="en-US" sz="1400" dirty="0"/>
            </a:p>
          </p:txBody>
        </p:sp>
        <p:sp>
          <p:nvSpPr>
            <p:cNvPr id="8" name="TextBox 7">
              <a:extLst>
                <a:ext uri="{FF2B5EF4-FFF2-40B4-BE49-F238E27FC236}">
                  <a16:creationId xmlns:a16="http://schemas.microsoft.com/office/drawing/2014/main" id="{81378567-C279-9C2B-7B3B-A66D39284968}"/>
                </a:ext>
              </a:extLst>
            </p:cNvPr>
            <p:cNvSpPr txBox="1"/>
            <p:nvPr/>
          </p:nvSpPr>
          <p:spPr>
            <a:xfrm>
              <a:off x="281940" y="2259449"/>
              <a:ext cx="2461260" cy="1600438"/>
            </a:xfrm>
            <a:prstGeom prst="rect">
              <a:avLst/>
            </a:prstGeom>
            <a:noFill/>
            <a:ln>
              <a:solidFill>
                <a:schemeClr val="tx1"/>
              </a:solidFill>
            </a:ln>
          </p:spPr>
          <p:txBody>
            <a:bodyPr wrap="square" rtlCol="0">
              <a:spAutoFit/>
            </a:bodyPr>
            <a:lstStyle/>
            <a:p>
              <a:endParaRPr lang="en-US" sz="1400" dirty="0"/>
            </a:p>
            <a:p>
              <a:endParaRPr lang="en-US" sz="1400" dirty="0"/>
            </a:p>
            <a:p>
              <a:r>
                <a:rPr lang="en-US" sz="1400" dirty="0"/>
                <a:t>Recover metadata from these vectors</a:t>
              </a:r>
            </a:p>
            <a:p>
              <a:endParaRPr lang="en-US" sz="1400" dirty="0"/>
            </a:p>
            <a:p>
              <a:endParaRPr lang="en-US" sz="1400" dirty="0"/>
            </a:p>
            <a:p>
              <a:endParaRPr lang="en-US" sz="1400" dirty="0"/>
            </a:p>
          </p:txBody>
        </p:sp>
        <p:sp>
          <p:nvSpPr>
            <p:cNvPr id="9" name="TextBox 8">
              <a:extLst>
                <a:ext uri="{FF2B5EF4-FFF2-40B4-BE49-F238E27FC236}">
                  <a16:creationId xmlns:a16="http://schemas.microsoft.com/office/drawing/2014/main" id="{4041D0A1-C36E-F3BD-6A45-8F62AF276A6A}"/>
                </a:ext>
              </a:extLst>
            </p:cNvPr>
            <p:cNvSpPr txBox="1"/>
            <p:nvPr/>
          </p:nvSpPr>
          <p:spPr>
            <a:xfrm>
              <a:off x="281940" y="4301609"/>
              <a:ext cx="2461260" cy="1384995"/>
            </a:xfrm>
            <a:prstGeom prst="rect">
              <a:avLst/>
            </a:prstGeom>
            <a:noFill/>
            <a:ln>
              <a:solidFill>
                <a:schemeClr val="tx1"/>
              </a:solidFill>
            </a:ln>
          </p:spPr>
          <p:txBody>
            <a:bodyPr wrap="square" rtlCol="0">
              <a:spAutoFit/>
            </a:bodyPr>
            <a:lstStyle/>
            <a:p>
              <a:endParaRPr lang="en-US" sz="1400" dirty="0"/>
            </a:p>
            <a:p>
              <a:endParaRPr lang="en-US" sz="1400" dirty="0"/>
            </a:p>
            <a:p>
              <a:r>
                <a:rPr lang="en-US" sz="1400" dirty="0"/>
                <a:t>Generate LLM Prompt</a:t>
              </a:r>
            </a:p>
            <a:p>
              <a:endParaRPr lang="en-US" sz="1400" dirty="0"/>
            </a:p>
            <a:p>
              <a:endParaRPr lang="en-US" sz="1400" dirty="0"/>
            </a:p>
            <a:p>
              <a:endParaRPr lang="en-US" sz="1400" dirty="0"/>
            </a:p>
          </p:txBody>
        </p:sp>
        <p:cxnSp>
          <p:nvCxnSpPr>
            <p:cNvPr id="11" name="Straight Arrow Connector 10">
              <a:extLst>
                <a:ext uri="{FF2B5EF4-FFF2-40B4-BE49-F238E27FC236}">
                  <a16:creationId xmlns:a16="http://schemas.microsoft.com/office/drawing/2014/main" id="{6202A008-7103-59A3-EF4D-F276A55B571C}"/>
                </a:ext>
              </a:extLst>
            </p:cNvPr>
            <p:cNvCxnSpPr/>
            <p:nvPr/>
          </p:nvCxnSpPr>
          <p:spPr>
            <a:xfrm>
              <a:off x="2743200" y="975360"/>
              <a:ext cx="54864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C7C8DDE3-893D-7F58-C02A-8C8AB1798F90}"/>
                </a:ext>
              </a:extLst>
            </p:cNvPr>
            <p:cNvCxnSpPr>
              <a:cxnSpLocks/>
              <a:endCxn id="5" idx="1"/>
            </p:cNvCxnSpPr>
            <p:nvPr/>
          </p:nvCxnSpPr>
          <p:spPr>
            <a:xfrm>
              <a:off x="5753100" y="1102935"/>
              <a:ext cx="944880" cy="2286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2BC0EA40-0624-AF2B-22FE-11A3E61ADCD8}"/>
                </a:ext>
              </a:extLst>
            </p:cNvPr>
            <p:cNvCxnSpPr/>
            <p:nvPr/>
          </p:nvCxnSpPr>
          <p:spPr>
            <a:xfrm>
              <a:off x="8336280" y="1710571"/>
              <a:ext cx="0" cy="54887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2E61C3C0-40BC-BDD5-B3AA-CEC00B34EF25}"/>
                </a:ext>
              </a:extLst>
            </p:cNvPr>
            <p:cNvCxnSpPr>
              <a:cxnSpLocks/>
            </p:cNvCxnSpPr>
            <p:nvPr/>
          </p:nvCxnSpPr>
          <p:spPr>
            <a:xfrm flipH="1">
              <a:off x="5897880" y="3032194"/>
              <a:ext cx="8001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B8D12DAD-4E37-8DF4-7CDE-8B2481E7C7B4}"/>
                </a:ext>
              </a:extLst>
            </p:cNvPr>
            <p:cNvCxnSpPr/>
            <p:nvPr/>
          </p:nvCxnSpPr>
          <p:spPr>
            <a:xfrm flipH="1">
              <a:off x="2743200" y="3059668"/>
              <a:ext cx="54864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FC69395E-4356-6F12-9001-F8566B1D2DE6}"/>
                </a:ext>
              </a:extLst>
            </p:cNvPr>
            <p:cNvCxnSpPr/>
            <p:nvPr/>
          </p:nvCxnSpPr>
          <p:spPr>
            <a:xfrm>
              <a:off x="1402080" y="3859887"/>
              <a:ext cx="0" cy="4417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26" name="TextBox 25">
            <a:extLst>
              <a:ext uri="{FF2B5EF4-FFF2-40B4-BE49-F238E27FC236}">
                <a16:creationId xmlns:a16="http://schemas.microsoft.com/office/drawing/2014/main" id="{AE5B57DA-52AB-3CEA-A43D-8E41A1AEF168}"/>
              </a:ext>
            </a:extLst>
          </p:cNvPr>
          <p:cNvSpPr txBox="1"/>
          <p:nvPr/>
        </p:nvSpPr>
        <p:spPr>
          <a:xfrm>
            <a:off x="1127760" y="495300"/>
            <a:ext cx="3075896" cy="369332"/>
          </a:xfrm>
          <a:prstGeom prst="rect">
            <a:avLst/>
          </a:prstGeom>
          <a:noFill/>
        </p:spPr>
        <p:txBody>
          <a:bodyPr wrap="square" rtlCol="0">
            <a:spAutoFit/>
          </a:bodyPr>
          <a:lstStyle/>
          <a:p>
            <a:r>
              <a:rPr lang="en-US" dirty="0"/>
              <a:t>Outline of Steps:</a:t>
            </a:r>
          </a:p>
        </p:txBody>
      </p:sp>
    </p:spTree>
    <p:extLst>
      <p:ext uri="{BB962C8B-B14F-4D97-AF65-F5344CB8AC3E}">
        <p14:creationId xmlns:p14="http://schemas.microsoft.com/office/powerpoint/2010/main" val="30852839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9B26C-4A20-F1EE-2DC0-F3AFE8E4F5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98AD26-3CCA-483A-6413-2E937877F7AC}"/>
              </a:ext>
            </a:extLst>
          </p:cNvPr>
          <p:cNvSpPr txBox="1">
            <a:spLocks/>
          </p:cNvSpPr>
          <p:nvPr/>
        </p:nvSpPr>
        <p:spPr>
          <a:xfrm>
            <a:off x="712921" y="715137"/>
            <a:ext cx="9190495" cy="134961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t>File Structure</a:t>
            </a:r>
          </a:p>
          <a:p>
            <a:endParaRPr lang="en-US" sz="1600" dirty="0"/>
          </a:p>
        </p:txBody>
      </p:sp>
      <p:sp>
        <p:nvSpPr>
          <p:cNvPr id="7" name="TextBox 6">
            <a:extLst>
              <a:ext uri="{FF2B5EF4-FFF2-40B4-BE49-F238E27FC236}">
                <a16:creationId xmlns:a16="http://schemas.microsoft.com/office/drawing/2014/main" id="{DA2E224C-FDAF-5BEB-61FA-AD72360526EE}"/>
              </a:ext>
            </a:extLst>
          </p:cNvPr>
          <p:cNvSpPr txBox="1"/>
          <p:nvPr/>
        </p:nvSpPr>
        <p:spPr>
          <a:xfrm>
            <a:off x="782664" y="5042328"/>
            <a:ext cx="8066868" cy="1477328"/>
          </a:xfrm>
          <a:prstGeom prst="rect">
            <a:avLst/>
          </a:prstGeom>
          <a:noFill/>
        </p:spPr>
        <p:txBody>
          <a:bodyPr wrap="square" rtlCol="0">
            <a:spAutoFit/>
          </a:bodyPr>
          <a:lstStyle/>
          <a:p>
            <a:pPr marL="285750" indent="-285750">
              <a:buFont typeface="Arial" panose="020B0604020202020204" pitchFamily="34" charset="0"/>
              <a:buChar char="•"/>
            </a:pPr>
            <a:r>
              <a:rPr lang="en-US" dirty="0" err="1"/>
              <a:t>Vectors.npy</a:t>
            </a:r>
            <a:r>
              <a:rPr lang="en-US" dirty="0"/>
              <a:t> is a binary file that contains the embedding (vectors corresponding to our images)</a:t>
            </a:r>
          </a:p>
          <a:p>
            <a:pPr marL="285750" indent="-285750">
              <a:buFont typeface="Arial" panose="020B0604020202020204" pitchFamily="34" charset="0"/>
              <a:buChar char="•"/>
            </a:pPr>
            <a:r>
              <a:rPr lang="en-US" dirty="0" err="1"/>
              <a:t>Id_index.json</a:t>
            </a:r>
            <a:r>
              <a:rPr lang="en-US" dirty="0"/>
              <a:t> is a mapping between the position of each vector in the embedding and its corresponding image and metadata</a:t>
            </a:r>
          </a:p>
          <a:p>
            <a:pPr marL="285750" indent="-285750">
              <a:buFont typeface="Arial" panose="020B0604020202020204" pitchFamily="34" charset="0"/>
              <a:buChar char="•"/>
            </a:pPr>
            <a:r>
              <a:rPr lang="en-US" dirty="0" err="1"/>
              <a:t>Vectorsindex.faiss</a:t>
            </a:r>
            <a:r>
              <a:rPr lang="en-US" dirty="0"/>
              <a:t> is the database (if stored locally)</a:t>
            </a:r>
          </a:p>
        </p:txBody>
      </p:sp>
      <p:grpSp>
        <p:nvGrpSpPr>
          <p:cNvPr id="41" name="Group 40">
            <a:extLst>
              <a:ext uri="{FF2B5EF4-FFF2-40B4-BE49-F238E27FC236}">
                <a16:creationId xmlns:a16="http://schemas.microsoft.com/office/drawing/2014/main" id="{B724D1A4-637D-CCE1-4336-FD4C8812658B}"/>
              </a:ext>
            </a:extLst>
          </p:cNvPr>
          <p:cNvGrpSpPr/>
          <p:nvPr/>
        </p:nvGrpSpPr>
        <p:grpSpPr>
          <a:xfrm>
            <a:off x="661907" y="715137"/>
            <a:ext cx="8187625" cy="3983772"/>
            <a:chOff x="3560735" y="1126788"/>
            <a:chExt cx="8187625" cy="3983772"/>
          </a:xfrm>
        </p:grpSpPr>
        <p:sp>
          <p:nvSpPr>
            <p:cNvPr id="13" name="Rectangle 12">
              <a:extLst>
                <a:ext uri="{FF2B5EF4-FFF2-40B4-BE49-F238E27FC236}">
                  <a16:creationId xmlns:a16="http://schemas.microsoft.com/office/drawing/2014/main" id="{3FC45465-865D-9058-C4BC-9395DC333D3E}"/>
                </a:ext>
              </a:extLst>
            </p:cNvPr>
            <p:cNvSpPr/>
            <p:nvPr/>
          </p:nvSpPr>
          <p:spPr>
            <a:xfrm>
              <a:off x="9839485" y="2334337"/>
              <a:ext cx="1908875" cy="6096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F94B27B9-7EF5-522C-A463-A5E1B4304684}"/>
                </a:ext>
              </a:extLst>
            </p:cNvPr>
            <p:cNvSpPr txBox="1"/>
            <p:nvPr/>
          </p:nvSpPr>
          <p:spPr>
            <a:xfrm>
              <a:off x="9839485" y="2454471"/>
              <a:ext cx="1908875" cy="369332"/>
            </a:xfrm>
            <a:prstGeom prst="rect">
              <a:avLst/>
            </a:prstGeom>
            <a:noFill/>
          </p:spPr>
          <p:txBody>
            <a:bodyPr wrap="square" rtlCol="0">
              <a:spAutoFit/>
            </a:bodyPr>
            <a:lstStyle/>
            <a:p>
              <a:pPr algn="ctr"/>
              <a:r>
                <a:rPr lang="en-US" dirty="0"/>
                <a:t>Scripts</a:t>
              </a:r>
            </a:p>
          </p:txBody>
        </p:sp>
        <p:grpSp>
          <p:nvGrpSpPr>
            <p:cNvPr id="40" name="Group 39">
              <a:extLst>
                <a:ext uri="{FF2B5EF4-FFF2-40B4-BE49-F238E27FC236}">
                  <a16:creationId xmlns:a16="http://schemas.microsoft.com/office/drawing/2014/main" id="{EFE587BF-91F4-387F-A300-B6C72DBDA2CB}"/>
                </a:ext>
              </a:extLst>
            </p:cNvPr>
            <p:cNvGrpSpPr/>
            <p:nvPr/>
          </p:nvGrpSpPr>
          <p:grpSpPr>
            <a:xfrm>
              <a:off x="3560735" y="1126788"/>
              <a:ext cx="7977286" cy="3983772"/>
              <a:chOff x="3560735" y="1126788"/>
              <a:chExt cx="7977286" cy="3983772"/>
            </a:xfrm>
          </p:grpSpPr>
          <mc:AlternateContent xmlns:mc="http://schemas.openxmlformats.org/markup-compatibility/2006">
            <mc:Choice xmlns:p14="http://schemas.microsoft.com/office/powerpoint/2010/main" Requires="p14">
              <p:contentPart p14:bwMode="auto" r:id="rId2">
                <p14:nvContentPartPr>
                  <p14:cNvPr id="31" name="Ink 30">
                    <a:extLst>
                      <a:ext uri="{FF2B5EF4-FFF2-40B4-BE49-F238E27FC236}">
                        <a16:creationId xmlns:a16="http://schemas.microsoft.com/office/drawing/2014/main" id="{D9D54907-C4C2-25E5-155D-117D6E2CE758}"/>
                      </a:ext>
                    </a:extLst>
                  </p14:cNvPr>
                  <p14:cNvContentPartPr/>
                  <p14:nvPr/>
                </p14:nvContentPartPr>
                <p14:xfrm>
                  <a:off x="10179540" y="2964000"/>
                  <a:ext cx="19440" cy="408240"/>
                </p14:xfrm>
              </p:contentPart>
            </mc:Choice>
            <mc:Fallback>
              <p:pic>
                <p:nvPicPr>
                  <p:cNvPr id="31" name="Ink 30">
                    <a:extLst>
                      <a:ext uri="{FF2B5EF4-FFF2-40B4-BE49-F238E27FC236}">
                        <a16:creationId xmlns:a16="http://schemas.microsoft.com/office/drawing/2014/main" id="{D9D54907-C4C2-25E5-155D-117D6E2CE758}"/>
                      </a:ext>
                    </a:extLst>
                  </p:cNvPr>
                  <p:cNvPicPr/>
                  <p:nvPr/>
                </p:nvPicPr>
                <p:blipFill>
                  <a:blip r:embed="rId3"/>
                  <a:stretch>
                    <a:fillRect/>
                  </a:stretch>
                </p:blipFill>
                <p:spPr>
                  <a:xfrm>
                    <a:off x="10173420" y="2957880"/>
                    <a:ext cx="31680" cy="42048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29" name="Ink 28">
                    <a:extLst>
                      <a:ext uri="{FF2B5EF4-FFF2-40B4-BE49-F238E27FC236}">
                        <a16:creationId xmlns:a16="http://schemas.microsoft.com/office/drawing/2014/main" id="{30317C12-E125-8EB5-0248-E25850855F35}"/>
                      </a:ext>
                    </a:extLst>
                  </p14:cNvPr>
                  <p14:cNvContentPartPr/>
                  <p14:nvPr/>
                </p14:nvContentPartPr>
                <p14:xfrm>
                  <a:off x="6157260" y="2956440"/>
                  <a:ext cx="30960" cy="360000"/>
                </p14:xfrm>
              </p:contentPart>
            </mc:Choice>
            <mc:Fallback>
              <p:pic>
                <p:nvPicPr>
                  <p:cNvPr id="29" name="Ink 28">
                    <a:extLst>
                      <a:ext uri="{FF2B5EF4-FFF2-40B4-BE49-F238E27FC236}">
                        <a16:creationId xmlns:a16="http://schemas.microsoft.com/office/drawing/2014/main" id="{30317C12-E125-8EB5-0248-E25850855F35}"/>
                      </a:ext>
                    </a:extLst>
                  </p:cNvPr>
                  <p:cNvPicPr/>
                  <p:nvPr/>
                </p:nvPicPr>
                <p:blipFill>
                  <a:blip r:embed="rId5"/>
                  <a:stretch>
                    <a:fillRect/>
                  </a:stretch>
                </p:blipFill>
                <p:spPr>
                  <a:xfrm>
                    <a:off x="6151140" y="2950320"/>
                    <a:ext cx="43200" cy="3722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30" name="Ink 29">
                    <a:extLst>
                      <a:ext uri="{FF2B5EF4-FFF2-40B4-BE49-F238E27FC236}">
                        <a16:creationId xmlns:a16="http://schemas.microsoft.com/office/drawing/2014/main" id="{E3AEBD59-E45A-B856-5DBB-FEB39475AB89}"/>
                      </a:ext>
                    </a:extLst>
                  </p14:cNvPr>
                  <p14:cNvContentPartPr/>
                  <p14:nvPr/>
                </p14:nvContentPartPr>
                <p14:xfrm>
                  <a:off x="8244900" y="2948880"/>
                  <a:ext cx="49320" cy="385200"/>
                </p14:xfrm>
              </p:contentPart>
            </mc:Choice>
            <mc:Fallback>
              <p:pic>
                <p:nvPicPr>
                  <p:cNvPr id="30" name="Ink 29">
                    <a:extLst>
                      <a:ext uri="{FF2B5EF4-FFF2-40B4-BE49-F238E27FC236}">
                        <a16:creationId xmlns:a16="http://schemas.microsoft.com/office/drawing/2014/main" id="{E3AEBD59-E45A-B856-5DBB-FEB39475AB89}"/>
                      </a:ext>
                    </a:extLst>
                  </p:cNvPr>
                  <p:cNvPicPr/>
                  <p:nvPr/>
                </p:nvPicPr>
                <p:blipFill>
                  <a:blip r:embed="rId7"/>
                  <a:stretch>
                    <a:fillRect/>
                  </a:stretch>
                </p:blipFill>
                <p:spPr>
                  <a:xfrm>
                    <a:off x="8238780" y="2942760"/>
                    <a:ext cx="61560" cy="397440"/>
                  </a:xfrm>
                  <a:prstGeom prst="rect">
                    <a:avLst/>
                  </a:prstGeom>
                </p:spPr>
              </p:pic>
            </mc:Fallback>
          </mc:AlternateContent>
          <p:grpSp>
            <p:nvGrpSpPr>
              <p:cNvPr id="27" name="Group 26">
                <a:extLst>
                  <a:ext uri="{FF2B5EF4-FFF2-40B4-BE49-F238E27FC236}">
                    <a16:creationId xmlns:a16="http://schemas.microsoft.com/office/drawing/2014/main" id="{770599D1-8562-A9D9-6B1B-1EA64D9DF16E}"/>
                  </a:ext>
                </a:extLst>
              </p:cNvPr>
              <p:cNvGrpSpPr/>
              <p:nvPr/>
            </p:nvGrpSpPr>
            <p:grpSpPr>
              <a:xfrm>
                <a:off x="5195340" y="1126788"/>
                <a:ext cx="4773240" cy="1817149"/>
                <a:chOff x="5195340" y="1126788"/>
                <a:chExt cx="4773240" cy="1817149"/>
              </a:xfrm>
            </p:grpSpPr>
            <p:sp>
              <p:nvSpPr>
                <p:cNvPr id="11" name="Rectangle 10">
                  <a:extLst>
                    <a:ext uri="{FF2B5EF4-FFF2-40B4-BE49-F238E27FC236}">
                      <a16:creationId xmlns:a16="http://schemas.microsoft.com/office/drawing/2014/main" id="{7AD7D1D9-BE40-DF6C-42EA-05C330326F3B}"/>
                    </a:ext>
                  </a:extLst>
                </p:cNvPr>
                <p:cNvSpPr/>
                <p:nvPr/>
              </p:nvSpPr>
              <p:spPr>
                <a:xfrm>
                  <a:off x="5653651" y="2334337"/>
                  <a:ext cx="1908875" cy="6096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46CDB97-8A3B-0E0D-1460-6B39DDE462A0}"/>
                    </a:ext>
                  </a:extLst>
                </p:cNvPr>
                <p:cNvSpPr/>
                <p:nvPr/>
              </p:nvSpPr>
              <p:spPr>
                <a:xfrm>
                  <a:off x="7746568" y="2334337"/>
                  <a:ext cx="1908875" cy="6096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7BF68447-AA07-9141-90A2-2B956DBA458F}"/>
                    </a:ext>
                  </a:extLst>
                </p:cNvPr>
                <p:cNvGrpSpPr/>
                <p:nvPr/>
              </p:nvGrpSpPr>
              <p:grpSpPr>
                <a:xfrm>
                  <a:off x="5912603" y="1126788"/>
                  <a:ext cx="2936929" cy="609600"/>
                  <a:chOff x="4878412" y="1012512"/>
                  <a:chExt cx="2936929" cy="609600"/>
                </a:xfrm>
              </p:grpSpPr>
              <p:sp>
                <p:nvSpPr>
                  <p:cNvPr id="16" name="Rectangle 15">
                    <a:extLst>
                      <a:ext uri="{FF2B5EF4-FFF2-40B4-BE49-F238E27FC236}">
                        <a16:creationId xmlns:a16="http://schemas.microsoft.com/office/drawing/2014/main" id="{AFAAD7DC-1DF0-46C0-9612-FB0AD8900A8E}"/>
                      </a:ext>
                    </a:extLst>
                  </p:cNvPr>
                  <p:cNvSpPr/>
                  <p:nvPr/>
                </p:nvSpPr>
                <p:spPr>
                  <a:xfrm>
                    <a:off x="5392440" y="1012512"/>
                    <a:ext cx="1908875" cy="609600"/>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D1743C77-99AC-828F-2FE7-F7687B93FEB2}"/>
                      </a:ext>
                    </a:extLst>
                  </p:cNvPr>
                  <p:cNvSpPr txBox="1"/>
                  <p:nvPr/>
                </p:nvSpPr>
                <p:spPr>
                  <a:xfrm>
                    <a:off x="4878412" y="1149480"/>
                    <a:ext cx="2936929" cy="369332"/>
                  </a:xfrm>
                  <a:prstGeom prst="rect">
                    <a:avLst/>
                  </a:prstGeom>
                  <a:noFill/>
                </p:spPr>
                <p:txBody>
                  <a:bodyPr wrap="square" rtlCol="0">
                    <a:spAutoFit/>
                  </a:bodyPr>
                  <a:lstStyle/>
                  <a:p>
                    <a:pPr algn="ctr"/>
                    <a:r>
                      <a:rPr lang="en-US" dirty="0"/>
                      <a:t>Project</a:t>
                    </a:r>
                  </a:p>
                </p:txBody>
              </p:sp>
            </p:grpSp>
            <p:sp>
              <p:nvSpPr>
                <p:cNvPr id="19" name="TextBox 18">
                  <a:extLst>
                    <a:ext uri="{FF2B5EF4-FFF2-40B4-BE49-F238E27FC236}">
                      <a16:creationId xmlns:a16="http://schemas.microsoft.com/office/drawing/2014/main" id="{CB2B8FDF-17CA-8789-84C0-B35397A8AC86}"/>
                    </a:ext>
                  </a:extLst>
                </p:cNvPr>
                <p:cNvSpPr txBox="1"/>
                <p:nvPr/>
              </p:nvSpPr>
              <p:spPr>
                <a:xfrm>
                  <a:off x="5653650" y="2458587"/>
                  <a:ext cx="1783080" cy="369332"/>
                </a:xfrm>
                <a:prstGeom prst="rect">
                  <a:avLst/>
                </a:prstGeom>
                <a:noFill/>
              </p:spPr>
              <p:txBody>
                <a:bodyPr wrap="square" rtlCol="0">
                  <a:spAutoFit/>
                </a:bodyPr>
                <a:lstStyle/>
                <a:p>
                  <a:pPr algn="ctr"/>
                  <a:r>
                    <a:rPr lang="en-US" dirty="0"/>
                    <a:t>Metadata</a:t>
                  </a:r>
                </a:p>
              </p:txBody>
            </p:sp>
            <p:sp>
              <p:nvSpPr>
                <p:cNvPr id="21" name="TextBox 20">
                  <a:extLst>
                    <a:ext uri="{FF2B5EF4-FFF2-40B4-BE49-F238E27FC236}">
                      <a16:creationId xmlns:a16="http://schemas.microsoft.com/office/drawing/2014/main" id="{28399172-FA6D-558F-D435-507C82161E7F}"/>
                    </a:ext>
                  </a:extLst>
                </p:cNvPr>
                <p:cNvSpPr txBox="1"/>
                <p:nvPr/>
              </p:nvSpPr>
              <p:spPr>
                <a:xfrm>
                  <a:off x="7746567" y="2478925"/>
                  <a:ext cx="1908876" cy="369332"/>
                </a:xfrm>
                <a:prstGeom prst="rect">
                  <a:avLst/>
                </a:prstGeom>
                <a:noFill/>
              </p:spPr>
              <p:txBody>
                <a:bodyPr wrap="square" rtlCol="0">
                  <a:spAutoFit/>
                </a:bodyPr>
                <a:lstStyle/>
                <a:p>
                  <a:pPr algn="ctr"/>
                  <a:r>
                    <a:rPr lang="en-US" dirty="0"/>
                    <a:t>Embeddings</a:t>
                  </a:r>
                </a:p>
              </p:txBody>
            </p:sp>
            <mc:AlternateContent xmlns:mc="http://schemas.openxmlformats.org/markup-compatibility/2006">
              <mc:Choice xmlns:p14="http://schemas.microsoft.com/office/powerpoint/2010/main" Requires="p14">
                <p:contentPart p14:bwMode="auto" r:id="rId8">
                  <p14:nvContentPartPr>
                    <p14:cNvPr id="22" name="Ink 21">
                      <a:extLst>
                        <a:ext uri="{FF2B5EF4-FFF2-40B4-BE49-F238E27FC236}">
                          <a16:creationId xmlns:a16="http://schemas.microsoft.com/office/drawing/2014/main" id="{CE94D2E8-D9B0-A6E5-EF69-D283DA78A7F8}"/>
                        </a:ext>
                      </a:extLst>
                    </p14:cNvPr>
                    <p14:cNvContentPartPr/>
                    <p14:nvPr/>
                  </p14:nvContentPartPr>
                  <p14:xfrm>
                    <a:off x="5195340" y="1744680"/>
                    <a:ext cx="1648080" cy="585720"/>
                  </p14:xfrm>
                </p:contentPart>
              </mc:Choice>
              <mc:Fallback>
                <p:pic>
                  <p:nvPicPr>
                    <p:cNvPr id="22" name="Ink 21">
                      <a:extLst>
                        <a:ext uri="{FF2B5EF4-FFF2-40B4-BE49-F238E27FC236}">
                          <a16:creationId xmlns:a16="http://schemas.microsoft.com/office/drawing/2014/main" id="{CE94D2E8-D9B0-A6E5-EF69-D283DA78A7F8}"/>
                        </a:ext>
                      </a:extLst>
                    </p:cNvPr>
                    <p:cNvPicPr/>
                    <p:nvPr/>
                  </p:nvPicPr>
                  <p:blipFill>
                    <a:blip r:embed="rId9"/>
                    <a:stretch>
                      <a:fillRect/>
                    </a:stretch>
                  </p:blipFill>
                  <p:spPr>
                    <a:xfrm>
                      <a:off x="5189220" y="1738560"/>
                      <a:ext cx="1660320" cy="5979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24" name="Ink 23">
                      <a:extLst>
                        <a:ext uri="{FF2B5EF4-FFF2-40B4-BE49-F238E27FC236}">
                          <a16:creationId xmlns:a16="http://schemas.microsoft.com/office/drawing/2014/main" id="{6613A28C-0448-95B7-FD7E-2B70474770C1}"/>
                        </a:ext>
                      </a:extLst>
                    </p14:cNvPr>
                    <p14:cNvContentPartPr/>
                    <p14:nvPr/>
                  </p14:nvContentPartPr>
                  <p14:xfrm>
                    <a:off x="7360740" y="1744680"/>
                    <a:ext cx="30600" cy="564120"/>
                  </p14:xfrm>
                </p:contentPart>
              </mc:Choice>
              <mc:Fallback>
                <p:pic>
                  <p:nvPicPr>
                    <p:cNvPr id="24" name="Ink 23">
                      <a:extLst>
                        <a:ext uri="{FF2B5EF4-FFF2-40B4-BE49-F238E27FC236}">
                          <a16:creationId xmlns:a16="http://schemas.microsoft.com/office/drawing/2014/main" id="{6613A28C-0448-95B7-FD7E-2B70474770C1}"/>
                        </a:ext>
                      </a:extLst>
                    </p:cNvPr>
                    <p:cNvPicPr/>
                    <p:nvPr/>
                  </p:nvPicPr>
                  <p:blipFill>
                    <a:blip r:embed="rId11"/>
                    <a:stretch>
                      <a:fillRect/>
                    </a:stretch>
                  </p:blipFill>
                  <p:spPr>
                    <a:xfrm>
                      <a:off x="7354620" y="1738560"/>
                      <a:ext cx="42840" cy="5763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25" name="Ink 24">
                      <a:extLst>
                        <a:ext uri="{FF2B5EF4-FFF2-40B4-BE49-F238E27FC236}">
                          <a16:creationId xmlns:a16="http://schemas.microsoft.com/office/drawing/2014/main" id="{39AAA117-6EF7-8862-3DF1-8CBD513D5566}"/>
                        </a:ext>
                      </a:extLst>
                    </p14:cNvPr>
                    <p14:cNvContentPartPr/>
                    <p14:nvPr/>
                  </p14:nvContentPartPr>
                  <p14:xfrm>
                    <a:off x="7802820" y="1775640"/>
                    <a:ext cx="442800" cy="532800"/>
                  </p14:xfrm>
                </p:contentPart>
              </mc:Choice>
              <mc:Fallback>
                <p:pic>
                  <p:nvPicPr>
                    <p:cNvPr id="25" name="Ink 24">
                      <a:extLst>
                        <a:ext uri="{FF2B5EF4-FFF2-40B4-BE49-F238E27FC236}">
                          <a16:creationId xmlns:a16="http://schemas.microsoft.com/office/drawing/2014/main" id="{39AAA117-6EF7-8862-3DF1-8CBD513D5566}"/>
                        </a:ext>
                      </a:extLst>
                    </p:cNvPr>
                    <p:cNvPicPr/>
                    <p:nvPr/>
                  </p:nvPicPr>
                  <p:blipFill>
                    <a:blip r:embed="rId13"/>
                    <a:stretch>
                      <a:fillRect/>
                    </a:stretch>
                  </p:blipFill>
                  <p:spPr>
                    <a:xfrm>
                      <a:off x="7796700" y="1769520"/>
                      <a:ext cx="455040" cy="54504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26" name="Ink 25">
                      <a:extLst>
                        <a:ext uri="{FF2B5EF4-FFF2-40B4-BE49-F238E27FC236}">
                          <a16:creationId xmlns:a16="http://schemas.microsoft.com/office/drawing/2014/main" id="{B69122B3-FF8B-24E1-B943-F18371E8F237}"/>
                        </a:ext>
                      </a:extLst>
                    </p14:cNvPr>
                    <p14:cNvContentPartPr/>
                    <p14:nvPr/>
                  </p14:nvContentPartPr>
                  <p14:xfrm>
                    <a:off x="8176140" y="1759800"/>
                    <a:ext cx="1792440" cy="572760"/>
                  </p14:xfrm>
                </p:contentPart>
              </mc:Choice>
              <mc:Fallback>
                <p:pic>
                  <p:nvPicPr>
                    <p:cNvPr id="26" name="Ink 25">
                      <a:extLst>
                        <a:ext uri="{FF2B5EF4-FFF2-40B4-BE49-F238E27FC236}">
                          <a16:creationId xmlns:a16="http://schemas.microsoft.com/office/drawing/2014/main" id="{B69122B3-FF8B-24E1-B943-F18371E8F237}"/>
                        </a:ext>
                      </a:extLst>
                    </p:cNvPr>
                    <p:cNvPicPr/>
                    <p:nvPr/>
                  </p:nvPicPr>
                  <p:blipFill>
                    <a:blip r:embed="rId15"/>
                    <a:stretch>
                      <a:fillRect/>
                    </a:stretch>
                  </p:blipFill>
                  <p:spPr>
                    <a:xfrm>
                      <a:off x="8170020" y="1753680"/>
                      <a:ext cx="1804680" cy="585000"/>
                    </a:xfrm>
                    <a:prstGeom prst="rect">
                      <a:avLst/>
                    </a:prstGeom>
                  </p:spPr>
                </p:pic>
              </mc:Fallback>
            </mc:AlternateContent>
          </p:grpSp>
          <p:sp>
            <p:nvSpPr>
              <p:cNvPr id="34" name="Rectangle 33">
                <a:extLst>
                  <a:ext uri="{FF2B5EF4-FFF2-40B4-BE49-F238E27FC236}">
                    <a16:creationId xmlns:a16="http://schemas.microsoft.com/office/drawing/2014/main" id="{B6C9F4A8-38C8-FAA9-E726-B093BF2C2471}"/>
                  </a:ext>
                </a:extLst>
              </p:cNvPr>
              <p:cNvSpPr/>
              <p:nvPr/>
            </p:nvSpPr>
            <p:spPr>
              <a:xfrm>
                <a:off x="5591312" y="3252720"/>
                <a:ext cx="1634605" cy="1776480"/>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5F585A09-4826-4923-EF06-9212610851D5}"/>
                  </a:ext>
                </a:extLst>
              </p:cNvPr>
              <p:cNvSpPr/>
              <p:nvPr/>
            </p:nvSpPr>
            <p:spPr>
              <a:xfrm>
                <a:off x="7774076" y="3290816"/>
                <a:ext cx="1634605" cy="1776480"/>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308512D0-D1DC-9431-4EFF-C1350429F375}"/>
                  </a:ext>
                </a:extLst>
              </p:cNvPr>
              <p:cNvSpPr/>
              <p:nvPr/>
            </p:nvSpPr>
            <p:spPr>
              <a:xfrm>
                <a:off x="9903416" y="3334080"/>
                <a:ext cx="1634605" cy="1776480"/>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33D792DA-473F-56B3-63DA-B2DE73BBF096}"/>
                  </a:ext>
                </a:extLst>
              </p:cNvPr>
              <p:cNvSpPr/>
              <p:nvPr/>
            </p:nvSpPr>
            <p:spPr>
              <a:xfrm>
                <a:off x="3560735" y="3252720"/>
                <a:ext cx="1634605" cy="1776480"/>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553A048-ED72-AED4-07D6-E8015D40211F}"/>
                  </a:ext>
                </a:extLst>
              </p:cNvPr>
              <p:cNvSpPr/>
              <p:nvPr/>
            </p:nvSpPr>
            <p:spPr>
              <a:xfrm>
                <a:off x="3560735" y="2334337"/>
                <a:ext cx="1908875" cy="6096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FD9B8DDC-B645-B18D-DBA8-9A77844D5FAC}"/>
                  </a:ext>
                </a:extLst>
              </p:cNvPr>
              <p:cNvSpPr txBox="1"/>
              <p:nvPr/>
            </p:nvSpPr>
            <p:spPr>
              <a:xfrm>
                <a:off x="3623632" y="2478925"/>
                <a:ext cx="1845977" cy="369332"/>
              </a:xfrm>
              <a:prstGeom prst="rect">
                <a:avLst/>
              </a:prstGeom>
              <a:noFill/>
            </p:spPr>
            <p:txBody>
              <a:bodyPr wrap="square" rtlCol="0">
                <a:spAutoFit/>
              </a:bodyPr>
              <a:lstStyle/>
              <a:p>
                <a:pPr algn="ctr"/>
                <a:r>
                  <a:rPr lang="en-US" dirty="0"/>
                  <a:t>Images</a:t>
                </a:r>
              </a:p>
            </p:txBody>
          </p:sp>
          <mc:AlternateContent xmlns:mc="http://schemas.openxmlformats.org/markup-compatibility/2006">
            <mc:Choice xmlns:p14="http://schemas.microsoft.com/office/powerpoint/2010/main" Requires="p14">
              <p:contentPart p14:bwMode="auto" r:id="rId16">
                <p14:nvContentPartPr>
                  <p14:cNvPr id="28" name="Ink 27">
                    <a:extLst>
                      <a:ext uri="{FF2B5EF4-FFF2-40B4-BE49-F238E27FC236}">
                        <a16:creationId xmlns:a16="http://schemas.microsoft.com/office/drawing/2014/main" id="{E0DD1F0D-DFD1-178E-961A-2923E22AF86D}"/>
                      </a:ext>
                    </a:extLst>
                  </p14:cNvPr>
                  <p14:cNvContentPartPr/>
                  <p14:nvPr/>
                </p14:nvContentPartPr>
                <p14:xfrm>
                  <a:off x="4014900" y="2956440"/>
                  <a:ext cx="8640" cy="296280"/>
                </p14:xfrm>
              </p:contentPart>
            </mc:Choice>
            <mc:Fallback>
              <p:pic>
                <p:nvPicPr>
                  <p:cNvPr id="28" name="Ink 27">
                    <a:extLst>
                      <a:ext uri="{FF2B5EF4-FFF2-40B4-BE49-F238E27FC236}">
                        <a16:creationId xmlns:a16="http://schemas.microsoft.com/office/drawing/2014/main" id="{E0DD1F0D-DFD1-178E-961A-2923E22AF86D}"/>
                      </a:ext>
                    </a:extLst>
                  </p:cNvPr>
                  <p:cNvPicPr/>
                  <p:nvPr/>
                </p:nvPicPr>
                <p:blipFill>
                  <a:blip r:embed="rId17"/>
                  <a:stretch>
                    <a:fillRect/>
                  </a:stretch>
                </p:blipFill>
                <p:spPr>
                  <a:xfrm>
                    <a:off x="4008780" y="2950320"/>
                    <a:ext cx="20880" cy="308520"/>
                  </a:xfrm>
                  <a:prstGeom prst="rect">
                    <a:avLst/>
                  </a:prstGeom>
                </p:spPr>
              </p:pic>
            </mc:Fallback>
          </mc:AlternateContent>
          <p:sp>
            <p:nvSpPr>
              <p:cNvPr id="32" name="TextBox 31">
                <a:extLst>
                  <a:ext uri="{FF2B5EF4-FFF2-40B4-BE49-F238E27FC236}">
                    <a16:creationId xmlns:a16="http://schemas.microsoft.com/office/drawing/2014/main" id="{39B5CFCC-CE2E-4B1F-183C-8A1C3FE88A6A}"/>
                  </a:ext>
                </a:extLst>
              </p:cNvPr>
              <p:cNvSpPr txBox="1"/>
              <p:nvPr/>
            </p:nvSpPr>
            <p:spPr>
              <a:xfrm>
                <a:off x="3645503" y="3290816"/>
                <a:ext cx="1869274" cy="1754326"/>
              </a:xfrm>
              <a:prstGeom prst="rect">
                <a:avLst/>
              </a:prstGeom>
              <a:noFill/>
            </p:spPr>
            <p:txBody>
              <a:bodyPr wrap="square" rtlCol="0">
                <a:spAutoFit/>
              </a:bodyPr>
              <a:lstStyle/>
              <a:p>
                <a:r>
                  <a:rPr lang="en-US" dirty="0"/>
                  <a:t>Valve001.jpg</a:t>
                </a:r>
              </a:p>
              <a:p>
                <a:r>
                  <a:rPr lang="en-US" dirty="0"/>
                  <a:t>Valve002.jpg</a:t>
                </a:r>
              </a:p>
              <a:p>
                <a:r>
                  <a:rPr lang="en-US" dirty="0"/>
                  <a:t>…</a:t>
                </a:r>
              </a:p>
              <a:p>
                <a:r>
                  <a:rPr lang="en-US" dirty="0"/>
                  <a:t>Pipe001.jpg</a:t>
                </a:r>
              </a:p>
              <a:p>
                <a:r>
                  <a:rPr lang="en-US" dirty="0"/>
                  <a:t>Pipe002.jpg</a:t>
                </a:r>
              </a:p>
              <a:p>
                <a:r>
                  <a:rPr lang="en-US" dirty="0"/>
                  <a:t>…</a:t>
                </a:r>
              </a:p>
            </p:txBody>
          </p:sp>
          <p:sp>
            <p:nvSpPr>
              <p:cNvPr id="37" name="TextBox 36">
                <a:extLst>
                  <a:ext uri="{FF2B5EF4-FFF2-40B4-BE49-F238E27FC236}">
                    <a16:creationId xmlns:a16="http://schemas.microsoft.com/office/drawing/2014/main" id="{622CDDF9-3726-AC73-34D5-F315080BD9AA}"/>
                  </a:ext>
                </a:extLst>
              </p:cNvPr>
              <p:cNvSpPr txBox="1"/>
              <p:nvPr/>
            </p:nvSpPr>
            <p:spPr>
              <a:xfrm>
                <a:off x="5673451" y="3328943"/>
                <a:ext cx="1869274" cy="1754326"/>
              </a:xfrm>
              <a:prstGeom prst="rect">
                <a:avLst/>
              </a:prstGeom>
              <a:noFill/>
            </p:spPr>
            <p:txBody>
              <a:bodyPr wrap="square" rtlCol="0">
                <a:spAutoFit/>
              </a:bodyPr>
              <a:lstStyle/>
              <a:p>
                <a:r>
                  <a:rPr lang="en-US" dirty="0"/>
                  <a:t>Valve001.json</a:t>
                </a:r>
              </a:p>
              <a:p>
                <a:r>
                  <a:rPr lang="en-US" dirty="0"/>
                  <a:t>Valve002.json</a:t>
                </a:r>
              </a:p>
              <a:p>
                <a:r>
                  <a:rPr lang="en-US" dirty="0"/>
                  <a:t>…</a:t>
                </a:r>
              </a:p>
              <a:p>
                <a:r>
                  <a:rPr lang="en-US" dirty="0"/>
                  <a:t>Pipe001.json</a:t>
                </a:r>
              </a:p>
              <a:p>
                <a:r>
                  <a:rPr lang="en-US" dirty="0"/>
                  <a:t>Pipe002.json</a:t>
                </a:r>
              </a:p>
              <a:p>
                <a:r>
                  <a:rPr lang="en-US" dirty="0"/>
                  <a:t>…</a:t>
                </a:r>
              </a:p>
            </p:txBody>
          </p:sp>
          <p:sp>
            <p:nvSpPr>
              <p:cNvPr id="38" name="TextBox 37">
                <a:extLst>
                  <a:ext uri="{FF2B5EF4-FFF2-40B4-BE49-F238E27FC236}">
                    <a16:creationId xmlns:a16="http://schemas.microsoft.com/office/drawing/2014/main" id="{2448FADA-F7BC-CD4F-F70C-273F2A79F00C}"/>
                  </a:ext>
                </a:extLst>
              </p:cNvPr>
              <p:cNvSpPr txBox="1"/>
              <p:nvPr/>
            </p:nvSpPr>
            <p:spPr>
              <a:xfrm>
                <a:off x="9839485" y="3485761"/>
                <a:ext cx="1698536" cy="1200329"/>
              </a:xfrm>
              <a:prstGeom prst="rect">
                <a:avLst/>
              </a:prstGeom>
              <a:noFill/>
            </p:spPr>
            <p:txBody>
              <a:bodyPr wrap="square" rtlCol="0">
                <a:spAutoFit/>
              </a:bodyPr>
              <a:lstStyle/>
              <a:p>
                <a:r>
                  <a:rPr lang="en-US" sz="1200" dirty="0"/>
                  <a:t>Embed_images.py</a:t>
                </a:r>
              </a:p>
              <a:p>
                <a:endParaRPr lang="en-US" sz="1200" dirty="0"/>
              </a:p>
              <a:p>
                <a:r>
                  <a:rPr lang="en-US" sz="1200" dirty="0"/>
                  <a:t>Search_vectordb.py</a:t>
                </a:r>
              </a:p>
              <a:p>
                <a:endParaRPr lang="en-US" sz="1200" dirty="0"/>
              </a:p>
              <a:p>
                <a:r>
                  <a:rPr lang="en-US" sz="1200" dirty="0"/>
                  <a:t>Generate_prompt.py</a:t>
                </a:r>
              </a:p>
              <a:p>
                <a:r>
                  <a:rPr lang="en-US" sz="1200" dirty="0"/>
                  <a:t>…</a:t>
                </a:r>
              </a:p>
            </p:txBody>
          </p:sp>
          <p:sp>
            <p:nvSpPr>
              <p:cNvPr id="39" name="TextBox 38">
                <a:extLst>
                  <a:ext uri="{FF2B5EF4-FFF2-40B4-BE49-F238E27FC236}">
                    <a16:creationId xmlns:a16="http://schemas.microsoft.com/office/drawing/2014/main" id="{C0293884-4F98-3D59-CE14-46A3441C8C49}"/>
                  </a:ext>
                </a:extLst>
              </p:cNvPr>
              <p:cNvSpPr txBox="1"/>
              <p:nvPr/>
            </p:nvSpPr>
            <p:spPr>
              <a:xfrm>
                <a:off x="7802820" y="3452256"/>
                <a:ext cx="2762572" cy="861774"/>
              </a:xfrm>
              <a:prstGeom prst="rect">
                <a:avLst/>
              </a:prstGeom>
              <a:noFill/>
            </p:spPr>
            <p:txBody>
              <a:bodyPr wrap="square" rtlCol="0">
                <a:spAutoFit/>
              </a:bodyPr>
              <a:lstStyle/>
              <a:p>
                <a:r>
                  <a:rPr lang="en-US" dirty="0" err="1"/>
                  <a:t>Vectors.npy</a:t>
                </a:r>
                <a:endParaRPr lang="en-US" dirty="0"/>
              </a:p>
              <a:p>
                <a:r>
                  <a:rPr lang="en-US" dirty="0" err="1"/>
                  <a:t>Id_index.json</a:t>
                </a:r>
                <a:endParaRPr lang="en-US" dirty="0"/>
              </a:p>
              <a:p>
                <a:r>
                  <a:rPr lang="en-US" sz="1400" dirty="0" err="1"/>
                  <a:t>Vectorsindex.faiss</a:t>
                </a:r>
                <a:endParaRPr lang="en-US" sz="1400" dirty="0"/>
              </a:p>
            </p:txBody>
          </p:sp>
        </p:grpSp>
      </p:grpSp>
      <p:sp>
        <p:nvSpPr>
          <p:cNvPr id="44" name="TextBox 43">
            <a:extLst>
              <a:ext uri="{FF2B5EF4-FFF2-40B4-BE49-F238E27FC236}">
                <a16:creationId xmlns:a16="http://schemas.microsoft.com/office/drawing/2014/main" id="{03E586A5-0539-5119-BAC4-71310218C7C0}"/>
              </a:ext>
            </a:extLst>
          </p:cNvPr>
          <p:cNvSpPr txBox="1"/>
          <p:nvPr/>
        </p:nvSpPr>
        <p:spPr>
          <a:xfrm>
            <a:off x="8913463" y="3129248"/>
            <a:ext cx="6096000" cy="3139321"/>
          </a:xfrm>
          <a:prstGeom prst="rect">
            <a:avLst/>
          </a:prstGeom>
          <a:noFill/>
        </p:spPr>
        <p:txBody>
          <a:bodyPr wrap="square">
            <a:spAutoFit/>
          </a:bodyPr>
          <a:lstStyle/>
          <a:p>
            <a:r>
              <a:rPr lang="en-US" b="1" dirty="0"/>
              <a:t>Sample </a:t>
            </a:r>
            <a:r>
              <a:rPr lang="en-US" b="1" dirty="0" err="1"/>
              <a:t>id_index.json</a:t>
            </a:r>
            <a:r>
              <a:rPr lang="en-US" b="1" dirty="0"/>
              <a:t>:</a:t>
            </a:r>
          </a:p>
          <a:p>
            <a:r>
              <a:rPr lang="en-US" dirty="0"/>
              <a:t>{</a:t>
            </a:r>
          </a:p>
          <a:p>
            <a:r>
              <a:rPr lang="en-US" dirty="0"/>
              <a:t>  "0": {</a:t>
            </a:r>
          </a:p>
          <a:p>
            <a:r>
              <a:rPr lang="en-US" dirty="0"/>
              <a:t>    "image": "valve_001.jpg",</a:t>
            </a:r>
          </a:p>
          <a:p>
            <a:r>
              <a:rPr lang="en-US" dirty="0"/>
              <a:t>    "metadata": "valve_001.json"</a:t>
            </a:r>
          </a:p>
          <a:p>
            <a:r>
              <a:rPr lang="en-US" dirty="0"/>
              <a:t>  },</a:t>
            </a:r>
          </a:p>
          <a:p>
            <a:r>
              <a:rPr lang="en-US" dirty="0"/>
              <a:t>  "1": {</a:t>
            </a:r>
          </a:p>
          <a:p>
            <a:r>
              <a:rPr lang="en-US" dirty="0"/>
              <a:t>    "image": "valve_002.jpg",</a:t>
            </a:r>
          </a:p>
          <a:p>
            <a:r>
              <a:rPr lang="en-US" dirty="0"/>
              <a:t>    "metadata": "valve_002.json"</a:t>
            </a:r>
          </a:p>
          <a:p>
            <a:r>
              <a:rPr lang="en-US" dirty="0"/>
              <a:t>  }</a:t>
            </a:r>
          </a:p>
          <a:p>
            <a:r>
              <a:rPr lang="en-US" dirty="0"/>
              <a:t>}</a:t>
            </a:r>
          </a:p>
        </p:txBody>
      </p:sp>
    </p:spTree>
    <p:extLst>
      <p:ext uri="{BB962C8B-B14F-4D97-AF65-F5344CB8AC3E}">
        <p14:creationId xmlns:p14="http://schemas.microsoft.com/office/powerpoint/2010/main" val="26161563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730CC-2BDC-9532-4705-F8FC472DC73B}"/>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13E4DB75-9D18-E75E-94E5-AFCB661C7FBA}"/>
              </a:ext>
            </a:extLst>
          </p:cNvPr>
          <p:cNvSpPr txBox="1"/>
          <p:nvPr/>
        </p:nvSpPr>
        <p:spPr>
          <a:xfrm>
            <a:off x="196183" y="706088"/>
            <a:ext cx="6096000" cy="3139321"/>
          </a:xfrm>
          <a:prstGeom prst="rect">
            <a:avLst/>
          </a:prstGeom>
          <a:noFill/>
        </p:spPr>
        <p:txBody>
          <a:bodyPr wrap="square">
            <a:spAutoFit/>
          </a:bodyPr>
          <a:lstStyle/>
          <a:p>
            <a:r>
              <a:rPr lang="en-US" b="1" dirty="0"/>
              <a:t>Sample </a:t>
            </a:r>
            <a:r>
              <a:rPr lang="en-US" b="1" dirty="0" err="1"/>
              <a:t>id_index.json</a:t>
            </a:r>
            <a:r>
              <a:rPr lang="en-US" b="1" dirty="0"/>
              <a:t>:</a:t>
            </a:r>
          </a:p>
          <a:p>
            <a:r>
              <a:rPr lang="en-US" dirty="0"/>
              <a:t>{</a:t>
            </a:r>
          </a:p>
          <a:p>
            <a:r>
              <a:rPr lang="en-US" dirty="0"/>
              <a:t>  "0": {</a:t>
            </a:r>
          </a:p>
          <a:p>
            <a:r>
              <a:rPr lang="en-US" dirty="0"/>
              <a:t>    "image": "valve_001.jpg",</a:t>
            </a:r>
          </a:p>
          <a:p>
            <a:r>
              <a:rPr lang="en-US" dirty="0"/>
              <a:t>    "metadata": "valve_001.json"</a:t>
            </a:r>
          </a:p>
          <a:p>
            <a:r>
              <a:rPr lang="en-US" dirty="0"/>
              <a:t>  },</a:t>
            </a:r>
          </a:p>
          <a:p>
            <a:r>
              <a:rPr lang="en-US" dirty="0"/>
              <a:t>  "1": {</a:t>
            </a:r>
          </a:p>
          <a:p>
            <a:r>
              <a:rPr lang="en-US" dirty="0"/>
              <a:t>    "image": "valve_002.jpg",</a:t>
            </a:r>
          </a:p>
          <a:p>
            <a:r>
              <a:rPr lang="en-US" dirty="0"/>
              <a:t>    "metadata": "valve_002.json"</a:t>
            </a:r>
          </a:p>
          <a:p>
            <a:r>
              <a:rPr lang="en-US" dirty="0"/>
              <a:t>  }</a:t>
            </a:r>
          </a:p>
          <a:p>
            <a:r>
              <a:rPr lang="en-US" dirty="0"/>
              <a:t>}</a:t>
            </a:r>
          </a:p>
        </p:txBody>
      </p:sp>
      <p:sp>
        <p:nvSpPr>
          <p:cNvPr id="3" name="TextBox 2">
            <a:extLst>
              <a:ext uri="{FF2B5EF4-FFF2-40B4-BE49-F238E27FC236}">
                <a16:creationId xmlns:a16="http://schemas.microsoft.com/office/drawing/2014/main" id="{EC49DCB0-5530-E7BE-2536-7CC532BCCCD7}"/>
              </a:ext>
            </a:extLst>
          </p:cNvPr>
          <p:cNvSpPr txBox="1"/>
          <p:nvPr/>
        </p:nvSpPr>
        <p:spPr>
          <a:xfrm>
            <a:off x="3817620" y="548640"/>
            <a:ext cx="2628900" cy="646331"/>
          </a:xfrm>
          <a:prstGeom prst="rect">
            <a:avLst/>
          </a:prstGeom>
          <a:noFill/>
        </p:spPr>
        <p:txBody>
          <a:bodyPr wrap="square" rtlCol="0">
            <a:spAutoFit/>
          </a:bodyPr>
          <a:lstStyle/>
          <a:p>
            <a:r>
              <a:rPr lang="en-US" dirty="0"/>
              <a:t>Generated automatically when embedding data:</a:t>
            </a:r>
          </a:p>
        </p:txBody>
      </p:sp>
      <p:sp>
        <p:nvSpPr>
          <p:cNvPr id="5" name="TextBox 4">
            <a:extLst>
              <a:ext uri="{FF2B5EF4-FFF2-40B4-BE49-F238E27FC236}">
                <a16:creationId xmlns:a16="http://schemas.microsoft.com/office/drawing/2014/main" id="{4AD968E4-3D29-2292-07C4-6CEEDF80D9B2}"/>
              </a:ext>
            </a:extLst>
          </p:cNvPr>
          <p:cNvSpPr txBox="1"/>
          <p:nvPr/>
        </p:nvSpPr>
        <p:spPr>
          <a:xfrm>
            <a:off x="6827520" y="387936"/>
            <a:ext cx="6096000" cy="5909310"/>
          </a:xfrm>
          <a:prstGeom prst="rect">
            <a:avLst/>
          </a:prstGeom>
          <a:noFill/>
        </p:spPr>
        <p:txBody>
          <a:bodyPr wrap="square">
            <a:spAutoFit/>
          </a:bodyPr>
          <a:lstStyle/>
          <a:p>
            <a:r>
              <a:rPr lang="en-US" sz="1050" dirty="0"/>
              <a:t>import </a:t>
            </a:r>
            <a:r>
              <a:rPr lang="en-US" sz="1050" dirty="0" err="1"/>
              <a:t>os</a:t>
            </a:r>
            <a:endParaRPr lang="en-US" sz="1050" dirty="0"/>
          </a:p>
          <a:p>
            <a:r>
              <a:rPr lang="en-US" sz="1050" dirty="0"/>
              <a:t>import </a:t>
            </a:r>
            <a:r>
              <a:rPr lang="en-US" sz="1050" dirty="0" err="1"/>
              <a:t>json</a:t>
            </a:r>
            <a:endParaRPr lang="en-US" sz="1050" dirty="0"/>
          </a:p>
          <a:p>
            <a:r>
              <a:rPr lang="en-US" sz="1050" dirty="0"/>
              <a:t>import </a:t>
            </a:r>
            <a:r>
              <a:rPr lang="en-US" sz="1050" dirty="0" err="1"/>
              <a:t>numpy</a:t>
            </a:r>
            <a:r>
              <a:rPr lang="en-US" sz="1050" dirty="0"/>
              <a:t> as np</a:t>
            </a:r>
          </a:p>
          <a:p>
            <a:r>
              <a:rPr lang="en-US" sz="1050" dirty="0"/>
              <a:t>from PIL import Image</a:t>
            </a:r>
          </a:p>
          <a:p>
            <a:r>
              <a:rPr lang="en-US" sz="1050" dirty="0"/>
              <a:t>from transformers import </a:t>
            </a:r>
            <a:r>
              <a:rPr lang="en-US" sz="1050" dirty="0" err="1"/>
              <a:t>CLIPProcessor</a:t>
            </a:r>
            <a:r>
              <a:rPr lang="en-US" sz="1050" dirty="0"/>
              <a:t>, </a:t>
            </a:r>
            <a:r>
              <a:rPr lang="en-US" sz="1050" dirty="0" err="1"/>
              <a:t>CLIPModel</a:t>
            </a:r>
            <a:endParaRPr lang="en-US" sz="1050" dirty="0"/>
          </a:p>
          <a:p>
            <a:endParaRPr lang="en-US" sz="1050" dirty="0"/>
          </a:p>
          <a:p>
            <a:r>
              <a:rPr lang="en-US" sz="1050" dirty="0"/>
              <a:t># Setup</a:t>
            </a:r>
          </a:p>
          <a:p>
            <a:r>
              <a:rPr lang="en-US" sz="1050" dirty="0"/>
              <a:t>model = </a:t>
            </a:r>
            <a:r>
              <a:rPr lang="en-US" sz="1050" dirty="0" err="1"/>
              <a:t>CLIPModel.from_pretrained</a:t>
            </a:r>
            <a:r>
              <a:rPr lang="en-US" sz="1050" dirty="0"/>
              <a:t>("</a:t>
            </a:r>
            <a:r>
              <a:rPr lang="en-US" sz="1050" dirty="0" err="1"/>
              <a:t>openai</a:t>
            </a:r>
            <a:r>
              <a:rPr lang="en-US" sz="1050" dirty="0"/>
              <a:t>/clip-vit-base-patch32")</a:t>
            </a:r>
          </a:p>
          <a:p>
            <a:r>
              <a:rPr lang="en-US" sz="1050" dirty="0"/>
              <a:t>processor = </a:t>
            </a:r>
            <a:r>
              <a:rPr lang="en-US" sz="1050" dirty="0" err="1"/>
              <a:t>CLIPProcessor.from_pretrained</a:t>
            </a:r>
            <a:r>
              <a:rPr lang="en-US" sz="1050" dirty="0"/>
              <a:t>("</a:t>
            </a:r>
            <a:r>
              <a:rPr lang="en-US" sz="1050" dirty="0" err="1"/>
              <a:t>openai</a:t>
            </a:r>
            <a:r>
              <a:rPr lang="en-US" sz="1050" dirty="0"/>
              <a:t>/clip-vit-base-patch32")</a:t>
            </a:r>
          </a:p>
          <a:p>
            <a:endParaRPr lang="en-US" sz="1050" dirty="0"/>
          </a:p>
          <a:p>
            <a:r>
              <a:rPr lang="en-US" sz="1050" dirty="0" err="1"/>
              <a:t>image_folder</a:t>
            </a:r>
            <a:r>
              <a:rPr lang="en-US" sz="1050" dirty="0"/>
              <a:t> = "./images"</a:t>
            </a:r>
          </a:p>
          <a:p>
            <a:r>
              <a:rPr lang="en-US" sz="1050" dirty="0" err="1"/>
              <a:t>image_files</a:t>
            </a:r>
            <a:r>
              <a:rPr lang="en-US" sz="1050" dirty="0"/>
              <a:t> = sorted([f for f in </a:t>
            </a:r>
            <a:r>
              <a:rPr lang="en-US" sz="1050" dirty="0" err="1"/>
              <a:t>os.listdir</a:t>
            </a:r>
            <a:r>
              <a:rPr lang="en-US" sz="1050" dirty="0"/>
              <a:t>(</a:t>
            </a:r>
            <a:r>
              <a:rPr lang="en-US" sz="1050" dirty="0" err="1"/>
              <a:t>image_folder</a:t>
            </a:r>
            <a:r>
              <a:rPr lang="en-US" sz="1050" dirty="0"/>
              <a:t>) if </a:t>
            </a:r>
            <a:r>
              <a:rPr lang="en-US" sz="1050" dirty="0" err="1"/>
              <a:t>f.endswith</a:t>
            </a:r>
            <a:r>
              <a:rPr lang="en-US" sz="1050" dirty="0"/>
              <a:t>(".jpg")])</a:t>
            </a:r>
          </a:p>
          <a:p>
            <a:r>
              <a:rPr lang="en-US" sz="1050" dirty="0"/>
              <a:t>vectors = []</a:t>
            </a:r>
          </a:p>
          <a:p>
            <a:r>
              <a:rPr lang="en-US" sz="1050" dirty="0" err="1"/>
              <a:t>id_index</a:t>
            </a:r>
            <a:r>
              <a:rPr lang="en-US" sz="1050" dirty="0"/>
              <a:t> = {}</a:t>
            </a:r>
          </a:p>
          <a:p>
            <a:endParaRPr lang="en-US" sz="1050" dirty="0"/>
          </a:p>
          <a:p>
            <a:r>
              <a:rPr lang="en-US" sz="1050" dirty="0"/>
              <a:t># Process images</a:t>
            </a:r>
          </a:p>
          <a:p>
            <a:r>
              <a:rPr lang="en-US" sz="1050" dirty="0"/>
              <a:t>for </a:t>
            </a:r>
            <a:r>
              <a:rPr lang="en-US" sz="1050" dirty="0" err="1"/>
              <a:t>idx</a:t>
            </a:r>
            <a:r>
              <a:rPr lang="en-US" sz="1050" dirty="0"/>
              <a:t>, filename in enumerate(</a:t>
            </a:r>
            <a:r>
              <a:rPr lang="en-US" sz="1050" dirty="0" err="1"/>
              <a:t>image_files</a:t>
            </a:r>
            <a:r>
              <a:rPr lang="en-US" sz="1050" dirty="0"/>
              <a:t>):</a:t>
            </a:r>
          </a:p>
          <a:p>
            <a:r>
              <a:rPr lang="en-US" sz="1050" dirty="0"/>
              <a:t>    </a:t>
            </a:r>
            <a:r>
              <a:rPr lang="en-US" sz="1050" dirty="0" err="1"/>
              <a:t>image_path</a:t>
            </a:r>
            <a:r>
              <a:rPr lang="en-US" sz="1050" dirty="0"/>
              <a:t> = </a:t>
            </a:r>
            <a:r>
              <a:rPr lang="en-US" sz="1050" dirty="0" err="1"/>
              <a:t>os.path.join</a:t>
            </a:r>
            <a:r>
              <a:rPr lang="en-US" sz="1050" dirty="0"/>
              <a:t>(</a:t>
            </a:r>
            <a:r>
              <a:rPr lang="en-US" sz="1050" dirty="0" err="1"/>
              <a:t>image_folder</a:t>
            </a:r>
            <a:r>
              <a:rPr lang="en-US" sz="1050" dirty="0"/>
              <a:t>, filename)</a:t>
            </a:r>
          </a:p>
          <a:p>
            <a:r>
              <a:rPr lang="en-US" sz="1050" dirty="0"/>
              <a:t>    image = </a:t>
            </a:r>
            <a:r>
              <a:rPr lang="en-US" sz="1050" dirty="0" err="1"/>
              <a:t>Image.open</a:t>
            </a:r>
            <a:r>
              <a:rPr lang="en-US" sz="1050" dirty="0"/>
              <a:t>(</a:t>
            </a:r>
            <a:r>
              <a:rPr lang="en-US" sz="1050" dirty="0" err="1"/>
              <a:t>image_path</a:t>
            </a:r>
            <a:r>
              <a:rPr lang="en-US" sz="1050" dirty="0"/>
              <a:t>).convert("RGB")</a:t>
            </a:r>
          </a:p>
          <a:p>
            <a:endParaRPr lang="en-US" sz="1050" dirty="0"/>
          </a:p>
          <a:p>
            <a:r>
              <a:rPr lang="en-US" sz="1050" dirty="0"/>
              <a:t>    inputs = processor(images=image, </a:t>
            </a:r>
            <a:r>
              <a:rPr lang="en-US" sz="1050" dirty="0" err="1"/>
              <a:t>return_tensors</a:t>
            </a:r>
            <a:r>
              <a:rPr lang="en-US" sz="1050" dirty="0"/>
              <a:t>="pt")</a:t>
            </a:r>
          </a:p>
          <a:p>
            <a:r>
              <a:rPr lang="en-US" sz="1050" dirty="0"/>
              <a:t>    with </a:t>
            </a:r>
            <a:r>
              <a:rPr lang="en-US" sz="1050" dirty="0" err="1"/>
              <a:t>torch.no_grad</a:t>
            </a:r>
            <a:r>
              <a:rPr lang="en-US" sz="1050" dirty="0"/>
              <a:t>():</a:t>
            </a:r>
          </a:p>
          <a:p>
            <a:r>
              <a:rPr lang="en-US" sz="1050" dirty="0"/>
              <a:t>        features = </a:t>
            </a:r>
            <a:r>
              <a:rPr lang="en-US" sz="1050" dirty="0" err="1"/>
              <a:t>model.get_image_features</a:t>
            </a:r>
            <a:r>
              <a:rPr lang="en-US" sz="1050" dirty="0"/>
              <a:t>(**inputs)</a:t>
            </a:r>
          </a:p>
          <a:p>
            <a:endParaRPr lang="en-US" sz="1050" dirty="0"/>
          </a:p>
          <a:p>
            <a:r>
              <a:rPr lang="en-US" sz="1050" dirty="0"/>
              <a:t>    features = features / </a:t>
            </a:r>
            <a:r>
              <a:rPr lang="en-US" sz="1050" dirty="0" err="1"/>
              <a:t>features.norm</a:t>
            </a:r>
            <a:r>
              <a:rPr lang="en-US" sz="1050" dirty="0"/>
              <a:t>(p=2, dim=-1, </a:t>
            </a:r>
            <a:r>
              <a:rPr lang="en-US" sz="1050" dirty="0" err="1"/>
              <a:t>keepdim</a:t>
            </a:r>
            <a:r>
              <a:rPr lang="en-US" sz="1050" dirty="0"/>
              <a:t>=True)  # Normalize</a:t>
            </a:r>
          </a:p>
          <a:p>
            <a:r>
              <a:rPr lang="en-US" sz="1050" dirty="0"/>
              <a:t>    </a:t>
            </a:r>
            <a:r>
              <a:rPr lang="en-US" sz="1050" dirty="0" err="1"/>
              <a:t>vectors.append</a:t>
            </a:r>
            <a:r>
              <a:rPr lang="en-US" sz="1050" dirty="0"/>
              <a:t>(</a:t>
            </a:r>
            <a:r>
              <a:rPr lang="en-US" sz="1050" dirty="0" err="1"/>
              <a:t>features.squeeze</a:t>
            </a:r>
            <a:r>
              <a:rPr lang="en-US" sz="1050" dirty="0"/>
              <a:t>().</a:t>
            </a:r>
            <a:r>
              <a:rPr lang="en-US" sz="1050" dirty="0" err="1"/>
              <a:t>cpu</a:t>
            </a:r>
            <a:r>
              <a:rPr lang="en-US" sz="1050" dirty="0"/>
              <a:t>().</a:t>
            </a:r>
            <a:r>
              <a:rPr lang="en-US" sz="1050" dirty="0" err="1"/>
              <a:t>numpy</a:t>
            </a:r>
            <a:r>
              <a:rPr lang="en-US" sz="1050" dirty="0"/>
              <a:t>())</a:t>
            </a:r>
          </a:p>
          <a:p>
            <a:endParaRPr lang="en-US" sz="1050" dirty="0"/>
          </a:p>
          <a:p>
            <a:r>
              <a:rPr lang="en-US" sz="1050" dirty="0"/>
              <a:t>    # Store mapping from index to filename</a:t>
            </a:r>
          </a:p>
          <a:p>
            <a:r>
              <a:rPr lang="en-US" sz="1050" dirty="0"/>
              <a:t>    </a:t>
            </a:r>
            <a:r>
              <a:rPr lang="en-US" sz="1050" dirty="0" err="1"/>
              <a:t>id_index</a:t>
            </a:r>
            <a:r>
              <a:rPr lang="en-US" sz="1050" dirty="0"/>
              <a:t>[</a:t>
            </a:r>
            <a:r>
              <a:rPr lang="en-US" sz="1050" dirty="0" err="1"/>
              <a:t>idx</a:t>
            </a:r>
            <a:r>
              <a:rPr lang="en-US" sz="1050" dirty="0"/>
              <a:t>] = filename</a:t>
            </a:r>
          </a:p>
          <a:p>
            <a:endParaRPr lang="en-US" sz="1050" dirty="0"/>
          </a:p>
          <a:p>
            <a:r>
              <a:rPr lang="en-US" sz="1050" dirty="0"/>
              <a:t># Save vectors and mapping</a:t>
            </a:r>
          </a:p>
          <a:p>
            <a:r>
              <a:rPr lang="en-US" sz="1050" dirty="0" err="1"/>
              <a:t>vectors_np</a:t>
            </a:r>
            <a:r>
              <a:rPr lang="en-US" sz="1050" dirty="0"/>
              <a:t> = </a:t>
            </a:r>
            <a:r>
              <a:rPr lang="en-US" sz="1050" dirty="0" err="1"/>
              <a:t>np.stack</a:t>
            </a:r>
            <a:r>
              <a:rPr lang="en-US" sz="1050" dirty="0"/>
              <a:t>(vectors)</a:t>
            </a:r>
          </a:p>
          <a:p>
            <a:r>
              <a:rPr lang="en-US" sz="1050" dirty="0" err="1"/>
              <a:t>np.save</a:t>
            </a:r>
            <a:r>
              <a:rPr lang="en-US" sz="1050" dirty="0"/>
              <a:t>("embeddings/</a:t>
            </a:r>
            <a:r>
              <a:rPr lang="en-US" sz="1050" dirty="0" err="1"/>
              <a:t>vectors.npy</a:t>
            </a:r>
            <a:r>
              <a:rPr lang="en-US" sz="1050" dirty="0"/>
              <a:t>", </a:t>
            </a:r>
            <a:r>
              <a:rPr lang="en-US" sz="1050" dirty="0" err="1"/>
              <a:t>vectors_np</a:t>
            </a:r>
            <a:r>
              <a:rPr lang="en-US" sz="1050" dirty="0"/>
              <a:t>)</a:t>
            </a:r>
          </a:p>
          <a:p>
            <a:endParaRPr lang="en-US" sz="1050" dirty="0"/>
          </a:p>
          <a:p>
            <a:r>
              <a:rPr lang="en-US" sz="1050" dirty="0"/>
              <a:t>with open("embeddings/</a:t>
            </a:r>
            <a:r>
              <a:rPr lang="en-US" sz="1050" dirty="0" err="1"/>
              <a:t>id_index.json</a:t>
            </a:r>
            <a:r>
              <a:rPr lang="en-US" sz="1050" dirty="0"/>
              <a:t>", "w") as f:</a:t>
            </a:r>
          </a:p>
          <a:p>
            <a:r>
              <a:rPr lang="en-US" sz="1050" dirty="0"/>
              <a:t>    </a:t>
            </a:r>
            <a:r>
              <a:rPr lang="en-US" sz="1050" dirty="0" err="1"/>
              <a:t>json.dump</a:t>
            </a:r>
            <a:r>
              <a:rPr lang="en-US" sz="1050" dirty="0"/>
              <a:t>(</a:t>
            </a:r>
            <a:r>
              <a:rPr lang="en-US" sz="1050" dirty="0" err="1"/>
              <a:t>id_index</a:t>
            </a:r>
            <a:r>
              <a:rPr lang="en-US" sz="1050" dirty="0"/>
              <a:t>, f, indent=2)</a:t>
            </a:r>
          </a:p>
        </p:txBody>
      </p:sp>
    </p:spTree>
    <p:extLst>
      <p:ext uri="{BB962C8B-B14F-4D97-AF65-F5344CB8AC3E}">
        <p14:creationId xmlns:p14="http://schemas.microsoft.com/office/powerpoint/2010/main" val="864715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83E2B-9A68-DCA4-1D76-03D8568001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E5C4B3-4376-CF3A-948F-9235CD762310}"/>
              </a:ext>
            </a:extLst>
          </p:cNvPr>
          <p:cNvSpPr txBox="1">
            <a:spLocks/>
          </p:cNvSpPr>
          <p:nvPr/>
        </p:nvSpPr>
        <p:spPr>
          <a:xfrm>
            <a:off x="772333" y="626417"/>
            <a:ext cx="9144000" cy="23876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t>Step 1: Create Synthetic Data Set</a:t>
            </a:r>
          </a:p>
          <a:p>
            <a:endParaRPr lang="en-US" sz="3600" dirty="0"/>
          </a:p>
          <a:p>
            <a:r>
              <a:rPr lang="en-US" sz="3600" dirty="0"/>
              <a:t>Each image should have an associated JSON file with the data we want to keep track of</a:t>
            </a:r>
          </a:p>
        </p:txBody>
      </p:sp>
      <p:sp>
        <p:nvSpPr>
          <p:cNvPr id="4" name="TextBox 3">
            <a:extLst>
              <a:ext uri="{FF2B5EF4-FFF2-40B4-BE49-F238E27FC236}">
                <a16:creationId xmlns:a16="http://schemas.microsoft.com/office/drawing/2014/main" id="{10EF2E1B-80B3-28CF-4A2B-E7664A58B617}"/>
              </a:ext>
            </a:extLst>
          </p:cNvPr>
          <p:cNvSpPr txBox="1"/>
          <p:nvPr/>
        </p:nvSpPr>
        <p:spPr>
          <a:xfrm>
            <a:off x="869843" y="2668207"/>
            <a:ext cx="6094708" cy="3970318"/>
          </a:xfrm>
          <a:prstGeom prst="rect">
            <a:avLst/>
          </a:prstGeom>
          <a:noFill/>
        </p:spPr>
        <p:txBody>
          <a:bodyPr wrap="square">
            <a:spAutoFit/>
          </a:bodyPr>
          <a:lstStyle/>
          <a:p>
            <a:r>
              <a:rPr lang="en-US" dirty="0"/>
              <a:t>{</a:t>
            </a:r>
          </a:p>
          <a:p>
            <a:r>
              <a:rPr lang="en-US" dirty="0"/>
              <a:t>  "issue": {</a:t>
            </a:r>
          </a:p>
          <a:p>
            <a:r>
              <a:rPr lang="en-US" dirty="0"/>
              <a:t>    "type": "rusted joint",</a:t>
            </a:r>
          </a:p>
          <a:p>
            <a:r>
              <a:rPr lang="en-US" dirty="0"/>
              <a:t>    "suggestion": "apply rust remover"</a:t>
            </a:r>
          </a:p>
          <a:p>
            <a:r>
              <a:rPr lang="en-US" dirty="0"/>
              <a:t>  },</a:t>
            </a:r>
          </a:p>
          <a:p>
            <a:r>
              <a:rPr lang="en-US" dirty="0"/>
              <a:t>  "paint": {</a:t>
            </a:r>
          </a:p>
          <a:p>
            <a:r>
              <a:rPr lang="en-US" dirty="0"/>
              <a:t>    "</a:t>
            </a:r>
            <a:r>
              <a:rPr lang="en-US" dirty="0" err="1"/>
              <a:t>current_color</a:t>
            </a:r>
            <a:r>
              <a:rPr lang="en-US" dirty="0"/>
              <a:t>": "blue",</a:t>
            </a:r>
          </a:p>
          <a:p>
            <a:r>
              <a:rPr lang="en-US" dirty="0"/>
              <a:t>    "</a:t>
            </a:r>
            <a:r>
              <a:rPr lang="en-US" dirty="0" err="1"/>
              <a:t>suggested_color</a:t>
            </a:r>
            <a:r>
              <a:rPr lang="en-US" dirty="0"/>
              <a:t>": "red",</a:t>
            </a:r>
          </a:p>
          <a:p>
            <a:r>
              <a:rPr lang="en-US" dirty="0"/>
              <a:t>    "suggestion": "repaint in red to match standard"</a:t>
            </a:r>
          </a:p>
          <a:p>
            <a:r>
              <a:rPr lang="en-US" dirty="0"/>
              <a:t>  },</a:t>
            </a:r>
          </a:p>
          <a:p>
            <a:r>
              <a:rPr lang="en-US" dirty="0"/>
              <a:t>  "component": "valve",</a:t>
            </a:r>
          </a:p>
          <a:p>
            <a:r>
              <a:rPr lang="en-US" dirty="0"/>
              <a:t>  "location": "sector B, level 3"</a:t>
            </a:r>
          </a:p>
          <a:p>
            <a:r>
              <a:rPr lang="en-US" dirty="0"/>
              <a:t>}</a:t>
            </a:r>
          </a:p>
          <a:p>
            <a:endParaRPr lang="en-US" dirty="0"/>
          </a:p>
        </p:txBody>
      </p:sp>
    </p:spTree>
    <p:extLst>
      <p:ext uri="{BB962C8B-B14F-4D97-AF65-F5344CB8AC3E}">
        <p14:creationId xmlns:p14="http://schemas.microsoft.com/office/powerpoint/2010/main" val="11390831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0CE66-AC65-933F-98D6-21655ED909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F04FFD-7751-4C4F-0BA2-9B7BD9934D38}"/>
              </a:ext>
            </a:extLst>
          </p:cNvPr>
          <p:cNvSpPr txBox="1">
            <a:spLocks/>
          </p:cNvSpPr>
          <p:nvPr/>
        </p:nvSpPr>
        <p:spPr>
          <a:xfrm>
            <a:off x="712922" y="715137"/>
            <a:ext cx="7829226" cy="134961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t>Step 2: Embed Images Into Vectors</a:t>
            </a:r>
          </a:p>
          <a:p>
            <a:endParaRPr lang="en-US" sz="3600" dirty="0"/>
          </a:p>
        </p:txBody>
      </p:sp>
      <p:sp>
        <p:nvSpPr>
          <p:cNvPr id="3" name="TextBox 2">
            <a:extLst>
              <a:ext uri="{FF2B5EF4-FFF2-40B4-BE49-F238E27FC236}">
                <a16:creationId xmlns:a16="http://schemas.microsoft.com/office/drawing/2014/main" id="{B2B22C02-B609-DEF5-FC8C-184DAAEF45A0}"/>
              </a:ext>
            </a:extLst>
          </p:cNvPr>
          <p:cNvSpPr txBox="1"/>
          <p:nvPr/>
        </p:nvSpPr>
        <p:spPr>
          <a:xfrm>
            <a:off x="712922" y="1464590"/>
            <a:ext cx="10391614" cy="738664"/>
          </a:xfrm>
          <a:prstGeom prst="rect">
            <a:avLst/>
          </a:prstGeom>
          <a:noFill/>
        </p:spPr>
        <p:txBody>
          <a:bodyPr wrap="square" rtlCol="0">
            <a:spAutoFit/>
          </a:bodyPr>
          <a:lstStyle/>
          <a:p>
            <a:r>
              <a:rPr lang="en-US" sz="1400" dirty="0"/>
              <a:t>Each image is turned into a 512 (or 768) dimensional  vector. The smaller the distance between vectors, the more similar the images are. After embedding, visually similar images are close together in the vector space, even if lighting or angle varies</a:t>
            </a:r>
          </a:p>
          <a:p>
            <a:endParaRPr lang="en-US" sz="1400" dirty="0"/>
          </a:p>
        </p:txBody>
      </p:sp>
      <p:sp>
        <p:nvSpPr>
          <p:cNvPr id="5" name="TextBox 4">
            <a:extLst>
              <a:ext uri="{FF2B5EF4-FFF2-40B4-BE49-F238E27FC236}">
                <a16:creationId xmlns:a16="http://schemas.microsoft.com/office/drawing/2014/main" id="{F954D0F4-8629-232F-F7A4-0C9060C0E494}"/>
              </a:ext>
            </a:extLst>
          </p:cNvPr>
          <p:cNvSpPr txBox="1"/>
          <p:nvPr/>
        </p:nvSpPr>
        <p:spPr>
          <a:xfrm>
            <a:off x="676114" y="2222364"/>
            <a:ext cx="6094708" cy="3939540"/>
          </a:xfrm>
          <a:prstGeom prst="rect">
            <a:avLst/>
          </a:prstGeom>
          <a:noFill/>
        </p:spPr>
        <p:txBody>
          <a:bodyPr wrap="square">
            <a:spAutoFit/>
          </a:bodyPr>
          <a:lstStyle/>
          <a:p>
            <a:r>
              <a:rPr lang="en-US" sz="1000" b="1" dirty="0"/>
              <a:t>Sample code using CLIP</a:t>
            </a:r>
          </a:p>
          <a:p>
            <a:r>
              <a:rPr lang="en-US" sz="1000" dirty="0"/>
              <a:t>from PIL import Image</a:t>
            </a:r>
          </a:p>
          <a:p>
            <a:r>
              <a:rPr lang="en-US" sz="1000" dirty="0"/>
              <a:t>import torch</a:t>
            </a:r>
          </a:p>
          <a:p>
            <a:r>
              <a:rPr lang="en-US" sz="1000" dirty="0"/>
              <a:t>from transformers import </a:t>
            </a:r>
            <a:r>
              <a:rPr lang="en-US" sz="1000" dirty="0" err="1"/>
              <a:t>CLIPProcessor</a:t>
            </a:r>
            <a:r>
              <a:rPr lang="en-US" sz="1000" dirty="0"/>
              <a:t>, </a:t>
            </a:r>
            <a:r>
              <a:rPr lang="en-US" sz="1000" dirty="0" err="1"/>
              <a:t>CLIPModel</a:t>
            </a:r>
            <a:endParaRPr lang="en-US" sz="1000" dirty="0"/>
          </a:p>
          <a:p>
            <a:endParaRPr lang="en-US" sz="1000" dirty="0"/>
          </a:p>
          <a:p>
            <a:r>
              <a:rPr lang="en-US" sz="1000" dirty="0"/>
              <a:t># Load the CLIP model and processor</a:t>
            </a:r>
          </a:p>
          <a:p>
            <a:r>
              <a:rPr lang="en-US" sz="1000" dirty="0"/>
              <a:t>model = </a:t>
            </a:r>
            <a:r>
              <a:rPr lang="en-US" sz="1000" dirty="0" err="1"/>
              <a:t>CLIPModel.from_pretrained</a:t>
            </a:r>
            <a:r>
              <a:rPr lang="en-US" sz="1000" dirty="0"/>
              <a:t>("</a:t>
            </a:r>
            <a:r>
              <a:rPr lang="en-US" sz="1000" dirty="0" err="1"/>
              <a:t>openai</a:t>
            </a:r>
            <a:r>
              <a:rPr lang="en-US" sz="1000" dirty="0"/>
              <a:t>/clip-vit-base-patch32")</a:t>
            </a:r>
          </a:p>
          <a:p>
            <a:r>
              <a:rPr lang="en-US" sz="1000" dirty="0"/>
              <a:t>processor = </a:t>
            </a:r>
            <a:r>
              <a:rPr lang="en-US" sz="1000" dirty="0" err="1"/>
              <a:t>CLIPProcessor.from_pretrained</a:t>
            </a:r>
            <a:r>
              <a:rPr lang="en-US" sz="1000" dirty="0"/>
              <a:t>("</a:t>
            </a:r>
            <a:r>
              <a:rPr lang="en-US" sz="1000" dirty="0" err="1"/>
              <a:t>openai</a:t>
            </a:r>
            <a:r>
              <a:rPr lang="en-US" sz="1000" dirty="0"/>
              <a:t>/clip-vit-base-patch32")</a:t>
            </a:r>
          </a:p>
          <a:p>
            <a:r>
              <a:rPr lang="en-US" sz="1000" dirty="0"/>
              <a:t># If you use clip-vit-large-patch14 instead, the vector is 768 dimensional.</a:t>
            </a:r>
          </a:p>
          <a:p>
            <a:endParaRPr lang="en-US" sz="1000" dirty="0"/>
          </a:p>
          <a:p>
            <a:r>
              <a:rPr lang="en-US" sz="1000" dirty="0"/>
              <a:t># Load your image (local path or PIL Image object)</a:t>
            </a:r>
          </a:p>
          <a:p>
            <a:r>
              <a:rPr lang="en-US" sz="1000" dirty="0"/>
              <a:t>image = </a:t>
            </a:r>
            <a:r>
              <a:rPr lang="en-US" sz="1000" dirty="0" err="1"/>
              <a:t>Image.open</a:t>
            </a:r>
            <a:r>
              <a:rPr lang="en-US" sz="1000" dirty="0"/>
              <a:t>("your_image.jpg")</a:t>
            </a:r>
          </a:p>
          <a:p>
            <a:endParaRPr lang="en-US" sz="1000" dirty="0"/>
          </a:p>
          <a:p>
            <a:r>
              <a:rPr lang="en-US" sz="1000" dirty="0"/>
              <a:t># Preprocess the image</a:t>
            </a:r>
          </a:p>
          <a:p>
            <a:r>
              <a:rPr lang="en-US" sz="1000" dirty="0"/>
              <a:t>inputs = processor(images=image, </a:t>
            </a:r>
            <a:r>
              <a:rPr lang="en-US" sz="1000" dirty="0" err="1"/>
              <a:t>return_tensors</a:t>
            </a:r>
            <a:r>
              <a:rPr lang="en-US" sz="1000" dirty="0"/>
              <a:t>="pt")</a:t>
            </a:r>
          </a:p>
          <a:p>
            <a:endParaRPr lang="en-US" sz="1000" dirty="0"/>
          </a:p>
          <a:p>
            <a:r>
              <a:rPr lang="en-US" sz="1000" dirty="0"/>
              <a:t># Get the image embedding</a:t>
            </a:r>
          </a:p>
          <a:p>
            <a:r>
              <a:rPr lang="en-US" sz="1000" dirty="0"/>
              <a:t>with </a:t>
            </a:r>
            <a:r>
              <a:rPr lang="en-US" sz="1000" dirty="0" err="1"/>
              <a:t>torch.no_grad</a:t>
            </a:r>
            <a:r>
              <a:rPr lang="en-US" sz="1000" dirty="0"/>
              <a:t>():</a:t>
            </a:r>
          </a:p>
          <a:p>
            <a:r>
              <a:rPr lang="en-US" sz="1000" dirty="0"/>
              <a:t>    </a:t>
            </a:r>
            <a:r>
              <a:rPr lang="en-US" sz="1000" dirty="0" err="1"/>
              <a:t>image_features</a:t>
            </a:r>
            <a:r>
              <a:rPr lang="en-US" sz="1000" dirty="0"/>
              <a:t> = </a:t>
            </a:r>
            <a:r>
              <a:rPr lang="en-US" sz="1000" dirty="0" err="1"/>
              <a:t>model.get_image_features</a:t>
            </a:r>
            <a:r>
              <a:rPr lang="en-US" sz="1000" dirty="0"/>
              <a:t>(**inputs)</a:t>
            </a:r>
          </a:p>
          <a:p>
            <a:endParaRPr lang="en-US" sz="1000" dirty="0"/>
          </a:p>
          <a:p>
            <a:r>
              <a:rPr lang="en-US" sz="1000" dirty="0"/>
              <a:t># Optional: normalize the vector (useful for similarity search)</a:t>
            </a:r>
          </a:p>
          <a:p>
            <a:r>
              <a:rPr lang="en-US" sz="1000" dirty="0" err="1"/>
              <a:t>image_vector</a:t>
            </a:r>
            <a:r>
              <a:rPr lang="en-US" sz="1000" dirty="0"/>
              <a:t> = </a:t>
            </a:r>
            <a:r>
              <a:rPr lang="en-US" sz="1000" dirty="0" err="1"/>
              <a:t>image_features</a:t>
            </a:r>
            <a:r>
              <a:rPr lang="en-US" sz="1000" dirty="0"/>
              <a:t> / </a:t>
            </a:r>
            <a:r>
              <a:rPr lang="en-US" sz="1000" dirty="0" err="1"/>
              <a:t>image_features.norm</a:t>
            </a:r>
            <a:r>
              <a:rPr lang="en-US" sz="1000" dirty="0"/>
              <a:t>(p=2, dim=-1, </a:t>
            </a:r>
            <a:r>
              <a:rPr lang="en-US" sz="1000" dirty="0" err="1"/>
              <a:t>keepdim</a:t>
            </a:r>
            <a:r>
              <a:rPr lang="en-US" sz="1000" dirty="0"/>
              <a:t>=True)</a:t>
            </a:r>
          </a:p>
          <a:p>
            <a:endParaRPr lang="en-US" sz="1000" dirty="0"/>
          </a:p>
          <a:p>
            <a:r>
              <a:rPr lang="en-US" sz="1000" dirty="0"/>
              <a:t># Convert to NumPy if storing in FAISS or other DB</a:t>
            </a:r>
          </a:p>
          <a:p>
            <a:r>
              <a:rPr lang="en-US" sz="1000" dirty="0" err="1"/>
              <a:t>image_vector_np</a:t>
            </a:r>
            <a:r>
              <a:rPr lang="en-US" sz="1000" dirty="0"/>
              <a:t> = </a:t>
            </a:r>
            <a:r>
              <a:rPr lang="en-US" sz="1000" dirty="0" err="1"/>
              <a:t>image_vector.cpu</a:t>
            </a:r>
            <a:r>
              <a:rPr lang="en-US" sz="1000" dirty="0"/>
              <a:t>().</a:t>
            </a:r>
            <a:r>
              <a:rPr lang="en-US" sz="1000" dirty="0" err="1"/>
              <a:t>numpy</a:t>
            </a:r>
            <a:r>
              <a:rPr lang="en-US" sz="1000" dirty="0"/>
              <a:t>()</a:t>
            </a:r>
          </a:p>
        </p:txBody>
      </p:sp>
      <p:sp>
        <p:nvSpPr>
          <p:cNvPr id="6" name="TextBox 5">
            <a:extLst>
              <a:ext uri="{FF2B5EF4-FFF2-40B4-BE49-F238E27FC236}">
                <a16:creationId xmlns:a16="http://schemas.microsoft.com/office/drawing/2014/main" id="{F2C76C21-82DF-389D-1B4A-DCDFF71F7BA6}"/>
              </a:ext>
            </a:extLst>
          </p:cNvPr>
          <p:cNvSpPr txBox="1"/>
          <p:nvPr/>
        </p:nvSpPr>
        <p:spPr>
          <a:xfrm>
            <a:off x="6594529" y="2203254"/>
            <a:ext cx="4773478" cy="4247317"/>
          </a:xfrm>
          <a:prstGeom prst="rect">
            <a:avLst/>
          </a:prstGeom>
          <a:noFill/>
        </p:spPr>
        <p:txBody>
          <a:bodyPr wrap="square" rtlCol="0">
            <a:spAutoFit/>
          </a:bodyPr>
          <a:lstStyle/>
          <a:p>
            <a:r>
              <a:rPr lang="en-US" dirty="0"/>
              <a:t>Output is either 512 or 768 float values per image. </a:t>
            </a:r>
          </a:p>
          <a:p>
            <a:endParaRPr lang="en-US" dirty="0"/>
          </a:p>
          <a:p>
            <a:r>
              <a:rPr lang="en-US" dirty="0"/>
              <a:t>512 dimensions:</a:t>
            </a:r>
          </a:p>
          <a:p>
            <a:pPr marL="285750" indent="-285750">
              <a:buFont typeface="Arial" panose="020B0604020202020204" pitchFamily="34" charset="0"/>
              <a:buChar char="•"/>
            </a:pPr>
            <a:r>
              <a:rPr lang="en-US" dirty="0"/>
              <a:t>Faster and uses less memory, but cannot distinguish finer details</a:t>
            </a:r>
          </a:p>
          <a:p>
            <a:pPr marL="285750" indent="-285750">
              <a:buFont typeface="Arial" panose="020B0604020202020204" pitchFamily="34" charset="0"/>
              <a:buChar char="•"/>
            </a:pPr>
            <a:r>
              <a:rPr lang="en-US" dirty="0"/>
              <a:t>Better for large amount of images or when fine details are not needed</a:t>
            </a:r>
          </a:p>
          <a:p>
            <a:pPr marL="285750" indent="-285750">
              <a:buFont typeface="Arial" panose="020B0604020202020204" pitchFamily="34" charset="0"/>
              <a:buChar char="•"/>
            </a:pPr>
            <a:endParaRPr lang="en-US" dirty="0"/>
          </a:p>
          <a:p>
            <a:r>
              <a:rPr lang="en-US" dirty="0"/>
              <a:t>768 dimensions:</a:t>
            </a:r>
          </a:p>
          <a:p>
            <a:pPr marL="285750" indent="-285750">
              <a:buFont typeface="Arial" panose="020B0604020202020204" pitchFamily="34" charset="0"/>
              <a:buChar char="•"/>
            </a:pPr>
            <a:r>
              <a:rPr lang="en-US" dirty="0"/>
              <a:t>Better for high detail situations (ex: rusty vs mildly rusty)</a:t>
            </a:r>
          </a:p>
          <a:p>
            <a:pPr marL="285750" indent="-285750">
              <a:buFont typeface="Arial" panose="020B0604020202020204" pitchFamily="34" charset="0"/>
              <a:buChar char="•"/>
            </a:pPr>
            <a:r>
              <a:rPr lang="en-US" dirty="0"/>
              <a:t>Model size is larger, uses more memory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5371226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9BA08-DE4D-A751-DED0-5CD999A7AD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347181-99FE-39AD-AD37-F93F8CAE0034}"/>
              </a:ext>
            </a:extLst>
          </p:cNvPr>
          <p:cNvSpPr txBox="1">
            <a:spLocks/>
          </p:cNvSpPr>
          <p:nvPr/>
        </p:nvSpPr>
        <p:spPr>
          <a:xfrm>
            <a:off x="712921" y="715137"/>
            <a:ext cx="9190495" cy="134961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t>Step 3: Load Into Vector Database</a:t>
            </a:r>
          </a:p>
          <a:p>
            <a:endParaRPr lang="en-US" sz="1600" dirty="0"/>
          </a:p>
        </p:txBody>
      </p:sp>
      <p:sp>
        <p:nvSpPr>
          <p:cNvPr id="4" name="TextBox 3">
            <a:extLst>
              <a:ext uri="{FF2B5EF4-FFF2-40B4-BE49-F238E27FC236}">
                <a16:creationId xmlns:a16="http://schemas.microsoft.com/office/drawing/2014/main" id="{07247C13-CBC3-C3B3-D2DE-8CA709624612}"/>
              </a:ext>
            </a:extLst>
          </p:cNvPr>
          <p:cNvSpPr txBox="1"/>
          <p:nvPr/>
        </p:nvSpPr>
        <p:spPr>
          <a:xfrm>
            <a:off x="844658" y="1642820"/>
            <a:ext cx="9887918" cy="1754326"/>
          </a:xfrm>
          <a:prstGeom prst="rect">
            <a:avLst/>
          </a:prstGeom>
          <a:noFill/>
        </p:spPr>
        <p:txBody>
          <a:bodyPr wrap="square" rtlCol="0">
            <a:spAutoFit/>
          </a:bodyPr>
          <a:lstStyle/>
          <a:p>
            <a:pPr marL="285750" indent="-285750">
              <a:buFont typeface="Arial" panose="020B0604020202020204" pitchFamily="34" charset="0"/>
              <a:buChar char="•"/>
            </a:pPr>
            <a:r>
              <a:rPr lang="en-US" dirty="0"/>
              <a:t>A vector database can return the most visually similar results, even if they don’t match our input 100%</a:t>
            </a:r>
          </a:p>
          <a:p>
            <a:pPr marL="285750" indent="-285750">
              <a:buFont typeface="Arial" panose="020B0604020202020204" pitchFamily="34" charset="0"/>
              <a:buChar char="•"/>
            </a:pPr>
            <a:r>
              <a:rPr lang="en-US" dirty="0"/>
              <a:t>Regular databases search by exact values or a filter. The data we’ve trained on may not always match the real scenarios exactly</a:t>
            </a:r>
          </a:p>
          <a:p>
            <a:pPr marL="285750" indent="-285750">
              <a:buFont typeface="Arial" panose="020B0604020202020204" pitchFamily="34" charset="0"/>
              <a:buChar char="•"/>
            </a:pPr>
            <a:r>
              <a:rPr lang="en-US" dirty="0"/>
              <a:t>Vector databases search by closeness in high-dimensional space (smallest angle between vectors), so it can identify which images most closely resemble our input</a:t>
            </a:r>
          </a:p>
        </p:txBody>
      </p:sp>
      <p:sp>
        <p:nvSpPr>
          <p:cNvPr id="6" name="TextBox 5">
            <a:extLst>
              <a:ext uri="{FF2B5EF4-FFF2-40B4-BE49-F238E27FC236}">
                <a16:creationId xmlns:a16="http://schemas.microsoft.com/office/drawing/2014/main" id="{EDE5FDCC-1BAC-7F86-99E9-7A912E917ADC}"/>
              </a:ext>
            </a:extLst>
          </p:cNvPr>
          <p:cNvSpPr txBox="1"/>
          <p:nvPr/>
        </p:nvSpPr>
        <p:spPr>
          <a:xfrm>
            <a:off x="712921" y="3535255"/>
            <a:ext cx="7749154" cy="1138773"/>
          </a:xfrm>
          <a:prstGeom prst="rect">
            <a:avLst/>
          </a:prstGeom>
          <a:noFill/>
        </p:spPr>
        <p:txBody>
          <a:bodyPr wrap="square" rtlCol="0">
            <a:spAutoFit/>
          </a:bodyPr>
          <a:lstStyle/>
          <a:p>
            <a:r>
              <a:rPr lang="en-US" sz="3600" dirty="0"/>
              <a:t>How to create the database</a:t>
            </a:r>
          </a:p>
          <a:p>
            <a:pPr marL="571500" indent="-571500">
              <a:buFont typeface="Arial" panose="020B0604020202020204" pitchFamily="34" charset="0"/>
              <a:buChar char="•"/>
            </a:pPr>
            <a:r>
              <a:rPr lang="en-US" sz="1600" dirty="0"/>
              <a:t>We can use FAISS for smaller, offline databases</a:t>
            </a:r>
          </a:p>
          <a:p>
            <a:pPr marL="571500" indent="-571500">
              <a:buFont typeface="Arial" panose="020B0604020202020204" pitchFamily="34" charset="0"/>
              <a:buChar char="•"/>
            </a:pPr>
            <a:r>
              <a:rPr lang="en-US" sz="1600" dirty="0"/>
              <a:t>Pinecone is a cloud based service for larger scale projects</a:t>
            </a:r>
          </a:p>
        </p:txBody>
      </p:sp>
      <p:sp>
        <p:nvSpPr>
          <p:cNvPr id="7" name="TextBox 6">
            <a:extLst>
              <a:ext uri="{FF2B5EF4-FFF2-40B4-BE49-F238E27FC236}">
                <a16:creationId xmlns:a16="http://schemas.microsoft.com/office/drawing/2014/main" id="{4C66A402-E091-807A-DC62-C59C36959D66}"/>
              </a:ext>
            </a:extLst>
          </p:cNvPr>
          <p:cNvSpPr txBox="1"/>
          <p:nvPr/>
        </p:nvSpPr>
        <p:spPr>
          <a:xfrm>
            <a:off x="782664" y="5029200"/>
            <a:ext cx="8066868" cy="1224366"/>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33275326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16CA1-D6B1-1E4C-07E8-D319AD8BC3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B74389-77F0-66FE-7AD4-A5273DC7604E}"/>
              </a:ext>
            </a:extLst>
          </p:cNvPr>
          <p:cNvSpPr txBox="1">
            <a:spLocks/>
          </p:cNvSpPr>
          <p:nvPr/>
        </p:nvSpPr>
        <p:spPr>
          <a:xfrm>
            <a:off x="712921" y="715137"/>
            <a:ext cx="9190495" cy="134961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t>Step 4: Process New Images</a:t>
            </a:r>
          </a:p>
          <a:p>
            <a:endParaRPr lang="en-US" sz="1600" dirty="0"/>
          </a:p>
        </p:txBody>
      </p:sp>
      <p:sp>
        <p:nvSpPr>
          <p:cNvPr id="7" name="TextBox 6">
            <a:extLst>
              <a:ext uri="{FF2B5EF4-FFF2-40B4-BE49-F238E27FC236}">
                <a16:creationId xmlns:a16="http://schemas.microsoft.com/office/drawing/2014/main" id="{8B3F7799-5E87-A314-B7C9-E89F1CBE6AE2}"/>
              </a:ext>
            </a:extLst>
          </p:cNvPr>
          <p:cNvSpPr txBox="1"/>
          <p:nvPr/>
        </p:nvSpPr>
        <p:spPr>
          <a:xfrm>
            <a:off x="782664" y="5029200"/>
            <a:ext cx="8066868" cy="1224366"/>
          </a:xfrm>
          <a:prstGeom prst="rect">
            <a:avLst/>
          </a:prstGeom>
          <a:noFill/>
        </p:spPr>
        <p:txBody>
          <a:bodyPr wrap="square" rtlCol="0">
            <a:spAutoFit/>
          </a:bodyPr>
          <a:lstStyle/>
          <a:p>
            <a:endParaRPr lang="en-US" dirty="0"/>
          </a:p>
        </p:txBody>
      </p:sp>
      <p:sp>
        <p:nvSpPr>
          <p:cNvPr id="3" name="Smiley Face 2">
            <a:extLst>
              <a:ext uri="{FF2B5EF4-FFF2-40B4-BE49-F238E27FC236}">
                <a16:creationId xmlns:a16="http://schemas.microsoft.com/office/drawing/2014/main" id="{C87B3A3E-8918-7262-16A6-B1A17084E9B7}"/>
              </a:ext>
            </a:extLst>
          </p:cNvPr>
          <p:cNvSpPr/>
          <p:nvPr/>
        </p:nvSpPr>
        <p:spPr>
          <a:xfrm>
            <a:off x="457200" y="1485900"/>
            <a:ext cx="1127760" cy="982980"/>
          </a:xfrm>
          <a:prstGeom prst="smileyFac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173327DB-A982-2B57-B5A6-D8D22F865E0E}"/>
              </a:ext>
            </a:extLst>
          </p:cNvPr>
          <p:cNvCxnSpPr>
            <a:cxnSpLocks/>
          </p:cNvCxnSpPr>
          <p:nvPr/>
        </p:nvCxnSpPr>
        <p:spPr>
          <a:xfrm>
            <a:off x="1694224" y="1935214"/>
            <a:ext cx="751796" cy="4217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4E640341-B5FD-BA78-4F6E-75803BE1B2B5}"/>
              </a:ext>
            </a:extLst>
          </p:cNvPr>
          <p:cNvCxnSpPr>
            <a:cxnSpLocks/>
          </p:cNvCxnSpPr>
          <p:nvPr/>
        </p:nvCxnSpPr>
        <p:spPr>
          <a:xfrm>
            <a:off x="8702040" y="2224202"/>
            <a:ext cx="0" cy="100557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8F7B1987-E2AC-41C4-4371-DCE16AE25E1B}"/>
              </a:ext>
            </a:extLst>
          </p:cNvPr>
          <p:cNvCxnSpPr>
            <a:cxnSpLocks/>
          </p:cNvCxnSpPr>
          <p:nvPr/>
        </p:nvCxnSpPr>
        <p:spPr>
          <a:xfrm flipV="1">
            <a:off x="7200316" y="2038567"/>
            <a:ext cx="727873" cy="598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1D5171F6-C91C-5DC0-27EA-B89ADF45D733}"/>
              </a:ext>
            </a:extLst>
          </p:cNvPr>
          <p:cNvCxnSpPr>
            <a:cxnSpLocks/>
          </p:cNvCxnSpPr>
          <p:nvPr/>
        </p:nvCxnSpPr>
        <p:spPr>
          <a:xfrm>
            <a:off x="4477008" y="2010494"/>
            <a:ext cx="678180" cy="1558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7EB2BD29-C2A4-4093-A202-2BB2AE692196}"/>
              </a:ext>
            </a:extLst>
          </p:cNvPr>
          <p:cNvSpPr txBox="1"/>
          <p:nvPr/>
        </p:nvSpPr>
        <p:spPr>
          <a:xfrm>
            <a:off x="2490514" y="1715402"/>
            <a:ext cx="1927860" cy="646331"/>
          </a:xfrm>
          <a:prstGeom prst="rect">
            <a:avLst/>
          </a:prstGeom>
          <a:noFill/>
          <a:ln>
            <a:solidFill>
              <a:schemeClr val="tx1"/>
            </a:solidFill>
          </a:ln>
        </p:spPr>
        <p:txBody>
          <a:bodyPr wrap="square" rtlCol="0">
            <a:spAutoFit/>
          </a:bodyPr>
          <a:lstStyle/>
          <a:p>
            <a:r>
              <a:rPr lang="en-US" dirty="0"/>
              <a:t>Vision Encoder (CLIP)</a:t>
            </a:r>
          </a:p>
        </p:txBody>
      </p:sp>
      <p:sp>
        <p:nvSpPr>
          <p:cNvPr id="13" name="TextBox 12">
            <a:extLst>
              <a:ext uri="{FF2B5EF4-FFF2-40B4-BE49-F238E27FC236}">
                <a16:creationId xmlns:a16="http://schemas.microsoft.com/office/drawing/2014/main" id="{ABA9FF97-2CF2-771A-E6DF-93380849BA0D}"/>
              </a:ext>
            </a:extLst>
          </p:cNvPr>
          <p:cNvSpPr txBox="1"/>
          <p:nvPr/>
        </p:nvSpPr>
        <p:spPr>
          <a:xfrm>
            <a:off x="5213822" y="1854870"/>
            <a:ext cx="1927860" cy="369332"/>
          </a:xfrm>
          <a:prstGeom prst="rect">
            <a:avLst/>
          </a:prstGeom>
          <a:noFill/>
          <a:ln>
            <a:solidFill>
              <a:schemeClr val="tx1"/>
            </a:solidFill>
          </a:ln>
        </p:spPr>
        <p:txBody>
          <a:bodyPr wrap="square" rtlCol="0">
            <a:spAutoFit/>
          </a:bodyPr>
          <a:lstStyle/>
          <a:p>
            <a:r>
              <a:rPr lang="en-US" dirty="0"/>
              <a:t>Query Vector</a:t>
            </a:r>
          </a:p>
        </p:txBody>
      </p:sp>
      <p:sp>
        <p:nvSpPr>
          <p:cNvPr id="17" name="TextBox 16">
            <a:extLst>
              <a:ext uri="{FF2B5EF4-FFF2-40B4-BE49-F238E27FC236}">
                <a16:creationId xmlns:a16="http://schemas.microsoft.com/office/drawing/2014/main" id="{1E144F84-7C06-63BA-E553-0268E23D09BB}"/>
              </a:ext>
            </a:extLst>
          </p:cNvPr>
          <p:cNvSpPr txBox="1"/>
          <p:nvPr/>
        </p:nvSpPr>
        <p:spPr>
          <a:xfrm>
            <a:off x="8004873" y="1825828"/>
            <a:ext cx="1927860" cy="369332"/>
          </a:xfrm>
          <a:prstGeom prst="rect">
            <a:avLst/>
          </a:prstGeom>
          <a:noFill/>
          <a:ln>
            <a:solidFill>
              <a:schemeClr val="tx1"/>
            </a:solidFill>
          </a:ln>
        </p:spPr>
        <p:txBody>
          <a:bodyPr wrap="square" rtlCol="0">
            <a:spAutoFit/>
          </a:bodyPr>
          <a:lstStyle/>
          <a:p>
            <a:r>
              <a:rPr lang="en-US" dirty="0"/>
              <a:t>Vector Database</a:t>
            </a:r>
          </a:p>
        </p:txBody>
      </p:sp>
      <p:sp>
        <p:nvSpPr>
          <p:cNvPr id="19" name="Smiley Face 18">
            <a:extLst>
              <a:ext uri="{FF2B5EF4-FFF2-40B4-BE49-F238E27FC236}">
                <a16:creationId xmlns:a16="http://schemas.microsoft.com/office/drawing/2014/main" id="{EC878138-F2FC-2230-AA55-999DB89CFF86}"/>
              </a:ext>
            </a:extLst>
          </p:cNvPr>
          <p:cNvSpPr/>
          <p:nvPr/>
        </p:nvSpPr>
        <p:spPr>
          <a:xfrm>
            <a:off x="7483659" y="2809762"/>
            <a:ext cx="1127760" cy="681955"/>
          </a:xfrm>
          <a:prstGeom prst="smileyFac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Smiley Face 19">
            <a:extLst>
              <a:ext uri="{FF2B5EF4-FFF2-40B4-BE49-F238E27FC236}">
                <a16:creationId xmlns:a16="http://schemas.microsoft.com/office/drawing/2014/main" id="{BAB7B54B-B7C8-514E-3B48-623E7F8DADEF}"/>
              </a:ext>
            </a:extLst>
          </p:cNvPr>
          <p:cNvSpPr/>
          <p:nvPr/>
        </p:nvSpPr>
        <p:spPr>
          <a:xfrm rot="2938547">
            <a:off x="9123498" y="2834467"/>
            <a:ext cx="1127760" cy="681955"/>
          </a:xfrm>
          <a:prstGeom prst="smileyFac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Smiley Face 21">
            <a:extLst>
              <a:ext uri="{FF2B5EF4-FFF2-40B4-BE49-F238E27FC236}">
                <a16:creationId xmlns:a16="http://schemas.microsoft.com/office/drawing/2014/main" id="{182F0FB3-37EA-B1EF-4FFE-DC95929F5305}"/>
              </a:ext>
            </a:extLst>
          </p:cNvPr>
          <p:cNvSpPr/>
          <p:nvPr/>
        </p:nvSpPr>
        <p:spPr>
          <a:xfrm>
            <a:off x="8406847" y="2985875"/>
            <a:ext cx="1127760" cy="982980"/>
          </a:xfrm>
          <a:prstGeom prst="smileyFac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Box 22">
            <a:extLst>
              <a:ext uri="{FF2B5EF4-FFF2-40B4-BE49-F238E27FC236}">
                <a16:creationId xmlns:a16="http://schemas.microsoft.com/office/drawing/2014/main" id="{13B54267-65F0-6174-F833-6DB2DE27B857}"/>
              </a:ext>
            </a:extLst>
          </p:cNvPr>
          <p:cNvSpPr txBox="1"/>
          <p:nvPr/>
        </p:nvSpPr>
        <p:spPr>
          <a:xfrm>
            <a:off x="99225" y="2557934"/>
            <a:ext cx="1843710" cy="369332"/>
          </a:xfrm>
          <a:prstGeom prst="rect">
            <a:avLst/>
          </a:prstGeom>
          <a:noFill/>
        </p:spPr>
        <p:txBody>
          <a:bodyPr wrap="none" rtlCol="0">
            <a:spAutoFit/>
          </a:bodyPr>
          <a:lstStyle/>
          <a:p>
            <a:r>
              <a:rPr lang="en-US" dirty="0"/>
              <a:t>Input: Our image</a:t>
            </a:r>
          </a:p>
        </p:txBody>
      </p:sp>
      <p:sp>
        <p:nvSpPr>
          <p:cNvPr id="24" name="TextBox 23">
            <a:extLst>
              <a:ext uri="{FF2B5EF4-FFF2-40B4-BE49-F238E27FC236}">
                <a16:creationId xmlns:a16="http://schemas.microsoft.com/office/drawing/2014/main" id="{C8F7D73C-E836-21F3-9068-3DF6352F745A}"/>
              </a:ext>
            </a:extLst>
          </p:cNvPr>
          <p:cNvSpPr txBox="1"/>
          <p:nvPr/>
        </p:nvSpPr>
        <p:spPr>
          <a:xfrm>
            <a:off x="10262399" y="2860440"/>
            <a:ext cx="2022783" cy="738664"/>
          </a:xfrm>
          <a:prstGeom prst="rect">
            <a:avLst/>
          </a:prstGeom>
          <a:noFill/>
        </p:spPr>
        <p:txBody>
          <a:bodyPr wrap="square" rtlCol="0">
            <a:spAutoFit/>
          </a:bodyPr>
          <a:lstStyle/>
          <a:p>
            <a:r>
              <a:rPr lang="en-US" sz="1400" dirty="0"/>
              <a:t>Output: Best visual </a:t>
            </a:r>
          </a:p>
          <a:p>
            <a:r>
              <a:rPr lang="en-US" sz="1400" dirty="0"/>
              <a:t>matches from our database</a:t>
            </a:r>
          </a:p>
        </p:txBody>
      </p:sp>
      <p:sp>
        <p:nvSpPr>
          <p:cNvPr id="25" name="TextBox 24">
            <a:extLst>
              <a:ext uri="{FF2B5EF4-FFF2-40B4-BE49-F238E27FC236}">
                <a16:creationId xmlns:a16="http://schemas.microsoft.com/office/drawing/2014/main" id="{E248434B-BB1E-2270-3D7C-70C9F5968F53}"/>
              </a:ext>
            </a:extLst>
          </p:cNvPr>
          <p:cNvSpPr txBox="1"/>
          <p:nvPr/>
        </p:nvSpPr>
        <p:spPr>
          <a:xfrm>
            <a:off x="457200" y="3316855"/>
            <a:ext cx="5821679" cy="1754326"/>
          </a:xfrm>
          <a:prstGeom prst="rect">
            <a:avLst/>
          </a:prstGeom>
          <a:noFill/>
        </p:spPr>
        <p:txBody>
          <a:bodyPr wrap="square" rtlCol="0">
            <a:spAutoFit/>
          </a:bodyPr>
          <a:lstStyle/>
          <a:p>
            <a:pPr marL="285750" indent="-285750">
              <a:buFont typeface="Arial" panose="020B0604020202020204" pitchFamily="34" charset="0"/>
              <a:buChar char="•"/>
            </a:pPr>
            <a:r>
              <a:rPr lang="en-US" dirty="0"/>
              <a:t>Using the same vision encoder used in training, we take our image and embed it as a vector (the query vector), then find the </a:t>
            </a:r>
            <a:r>
              <a:rPr lang="en-US" i="1" dirty="0"/>
              <a:t>k</a:t>
            </a:r>
            <a:r>
              <a:rPr lang="en-US" dirty="0"/>
              <a:t> nearest neighbors from our database</a:t>
            </a:r>
          </a:p>
          <a:p>
            <a:pPr marL="285750" indent="-285750">
              <a:buFont typeface="Arial" panose="020B0604020202020204" pitchFamily="34" charset="0"/>
              <a:buChar char="•"/>
            </a:pPr>
            <a:r>
              <a:rPr lang="en-US" dirty="0"/>
              <a:t>Metadata from the best matches is then taken (using the </a:t>
            </a:r>
            <a:r>
              <a:rPr lang="en-US" dirty="0" err="1"/>
              <a:t>id_index.json</a:t>
            </a:r>
            <a:r>
              <a:rPr lang="en-US" dirty="0"/>
              <a:t> file) to create context for the LLM</a:t>
            </a:r>
          </a:p>
        </p:txBody>
      </p:sp>
    </p:spTree>
    <p:extLst>
      <p:ext uri="{BB962C8B-B14F-4D97-AF65-F5344CB8AC3E}">
        <p14:creationId xmlns:p14="http://schemas.microsoft.com/office/powerpoint/2010/main" val="27783411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C1D57-B5B3-AF02-E423-09FC5A8718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FAFBBF-17FE-5741-BBE6-64FFAA9FD682}"/>
              </a:ext>
            </a:extLst>
          </p:cNvPr>
          <p:cNvSpPr txBox="1">
            <a:spLocks/>
          </p:cNvSpPr>
          <p:nvPr/>
        </p:nvSpPr>
        <p:spPr>
          <a:xfrm>
            <a:off x="712921" y="715137"/>
            <a:ext cx="9190495" cy="134961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t>Step 4: Prompt the LLM</a:t>
            </a:r>
          </a:p>
          <a:p>
            <a:endParaRPr lang="en-US" sz="1600" dirty="0"/>
          </a:p>
        </p:txBody>
      </p:sp>
      <p:sp>
        <p:nvSpPr>
          <p:cNvPr id="4" name="TextBox 3">
            <a:extLst>
              <a:ext uri="{FF2B5EF4-FFF2-40B4-BE49-F238E27FC236}">
                <a16:creationId xmlns:a16="http://schemas.microsoft.com/office/drawing/2014/main" id="{7B57392D-13CB-2D9C-422D-4585F2C1EEB5}"/>
              </a:ext>
            </a:extLst>
          </p:cNvPr>
          <p:cNvSpPr txBox="1"/>
          <p:nvPr/>
        </p:nvSpPr>
        <p:spPr>
          <a:xfrm>
            <a:off x="457200" y="1389945"/>
            <a:ext cx="8392332" cy="2862322"/>
          </a:xfrm>
          <a:prstGeom prst="rect">
            <a:avLst/>
          </a:prstGeom>
          <a:noFill/>
        </p:spPr>
        <p:txBody>
          <a:bodyPr wrap="square" rtlCol="0">
            <a:spAutoFit/>
          </a:bodyPr>
          <a:lstStyle/>
          <a:p>
            <a:r>
              <a:rPr lang="en-US" dirty="0"/>
              <a:t>Automatically generate a prompt from the metadata of the previous steps’ output images.</a:t>
            </a:r>
          </a:p>
          <a:p>
            <a:endParaRPr lang="en-US" dirty="0"/>
          </a:p>
          <a:p>
            <a:r>
              <a:rPr lang="en-US" dirty="0"/>
              <a:t>We compared a picture of a valve from our factory to other valves and found it was most similar to these 3 valves:</a:t>
            </a:r>
          </a:p>
          <a:p>
            <a:r>
              <a:rPr lang="en-US" i="1" dirty="0"/>
              <a:t>1. Condition: rusted joint | Suggestion: apply rust remover</a:t>
            </a:r>
          </a:p>
          <a:p>
            <a:r>
              <a:rPr lang="en-US" i="1" dirty="0"/>
              <a:t>2. Condition: chipped paint | Suggestion: repaint</a:t>
            </a:r>
          </a:p>
          <a:p>
            <a:r>
              <a:rPr lang="en-US" i="1" dirty="0"/>
              <a:t>3. Condition: good | Suggestion: no action</a:t>
            </a:r>
          </a:p>
          <a:p>
            <a:r>
              <a:rPr lang="en-US" dirty="0"/>
              <a:t>Based on these, what maintenance is needed on our valve?</a:t>
            </a:r>
          </a:p>
          <a:p>
            <a:endParaRPr lang="en-US" dirty="0"/>
          </a:p>
        </p:txBody>
      </p:sp>
    </p:spTree>
    <p:extLst>
      <p:ext uri="{BB962C8B-B14F-4D97-AF65-F5344CB8AC3E}">
        <p14:creationId xmlns:p14="http://schemas.microsoft.com/office/powerpoint/2010/main" val="11140593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65</TotalTime>
  <Words>1359</Words>
  <Application>Microsoft Office PowerPoint</Application>
  <PresentationFormat>Widescreen</PresentationFormat>
  <Paragraphs>199</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Using RAG For Visual Maintenance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Ricardo Cazes</dc:creator>
  <cp:lastModifiedBy>Ricardo Cazes</cp:lastModifiedBy>
  <cp:revision>1</cp:revision>
  <dcterms:created xsi:type="dcterms:W3CDTF">2025-07-17T20:15:46Z</dcterms:created>
  <dcterms:modified xsi:type="dcterms:W3CDTF">2025-07-17T21:20:52Z</dcterms:modified>
</cp:coreProperties>
</file>